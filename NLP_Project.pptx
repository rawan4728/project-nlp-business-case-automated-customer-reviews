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Roboto"/>
      <p:regular r:id="rId23"/>
      <p:bold r:id="rId24"/>
      <p:italic r:id="rId25"/>
      <p:boldItalic r:id="rId26"/>
    </p:embeddedFont>
    <p:embeddedFont>
      <p:font typeface="Montserrat"/>
      <p:regular r:id="rId27"/>
      <p:bold r:id="rId28"/>
      <p:italic r:id="rId29"/>
      <p:boldItalic r:id="rId30"/>
    </p:embeddedFont>
    <p:embeddedFont>
      <p:font typeface="Montserrat Black"/>
      <p:bold r:id="rId31"/>
      <p:boldItalic r:id="rId32"/>
    </p:embeddedFont>
    <p:embeddedFont>
      <p:font typeface="Anaheim"/>
      <p:regular r:id="rId33"/>
      <p:bold r:id="rId34"/>
    </p:embeddedFont>
    <p:embeddedFont>
      <p:font typeface="Quicksand"/>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Black-bold.fntdata"/><Relationship Id="rId30" Type="http://schemas.openxmlformats.org/officeDocument/2006/relationships/font" Target="fonts/Montserrat-boldItalic.fntdata"/><Relationship Id="rId11" Type="http://schemas.openxmlformats.org/officeDocument/2006/relationships/slide" Target="slides/slide7.xml"/><Relationship Id="rId33" Type="http://schemas.openxmlformats.org/officeDocument/2006/relationships/font" Target="fonts/Anaheim-regular.fntdata"/><Relationship Id="rId10" Type="http://schemas.openxmlformats.org/officeDocument/2006/relationships/slide" Target="slides/slide6.xml"/><Relationship Id="rId32" Type="http://schemas.openxmlformats.org/officeDocument/2006/relationships/font" Target="fonts/MontserratBlack-boldItalic.fntdata"/><Relationship Id="rId13" Type="http://schemas.openxmlformats.org/officeDocument/2006/relationships/slide" Target="slides/slide9.xml"/><Relationship Id="rId35" Type="http://schemas.openxmlformats.org/officeDocument/2006/relationships/font" Target="fonts/Quicksand-regular.fntdata"/><Relationship Id="rId12" Type="http://schemas.openxmlformats.org/officeDocument/2006/relationships/slide" Target="slides/slide8.xml"/><Relationship Id="rId34" Type="http://schemas.openxmlformats.org/officeDocument/2006/relationships/font" Target="fonts/Anaheim-bold.fntdata"/><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Quicksand-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f0673c71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f0673c71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cd47b15857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cd47b15857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d279b9a442_0_1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d279b9a442_0_1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f0a9b0f80f_1_1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f0a9b0f80f_1_1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d279b9a442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d279b9a442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4b98eee09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34b98eee09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4b98eee09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4b98eee09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4b98eee09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4b98eee099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d279b9a442_0_1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d279b9a442_0_1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4b98eee099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34b98eee099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4b98eee09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4b98eee09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4b98eee099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4b98eee099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4b98eee09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4b98eee09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4b98eee099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4b98eee099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4b98eee099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34b98eee099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4b98eee099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34b98eee099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f097fbd9fd_0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f097fbd9fd_0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4baf9792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4baf9792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 name="Shape 8"/>
        <p:cNvGrpSpPr/>
        <p:nvPr/>
      </p:nvGrpSpPr>
      <p:grpSpPr>
        <a:xfrm>
          <a:off x="0" y="0"/>
          <a:ext cx="0" cy="0"/>
          <a:chOff x="0" y="0"/>
          <a:chExt cx="0" cy="0"/>
        </a:xfrm>
      </p:grpSpPr>
      <p:sp>
        <p:nvSpPr>
          <p:cNvPr id="9" name="Google Shape;9;p2"/>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2831375" y="-141300"/>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550750" y="1138875"/>
            <a:ext cx="3718200" cy="2041200"/>
          </a:xfrm>
          <a:prstGeom prst="rect">
            <a:avLst/>
          </a:prstGeom>
        </p:spPr>
        <p:txBody>
          <a:bodyPr anchorCtr="0" anchor="ctr" bIns="91425" lIns="91425" spcFirstLastPara="1" rIns="91425" wrap="square" tIns="91425">
            <a:noAutofit/>
          </a:bodyPr>
          <a:lstStyle>
            <a:lvl1pPr lvl="0" algn="l">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550750" y="3391100"/>
            <a:ext cx="3718200" cy="6372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None/>
              <a:defRPr sz="2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a:off x="7166761" y="32243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467773" y="18582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250460" y="452850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0489" y="-68715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362285" y="285486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a:off x="3414750" y="81650"/>
            <a:ext cx="947533" cy="947533"/>
            <a:chOff x="3912750" y="637550"/>
            <a:chExt cx="947533" cy="947533"/>
          </a:xfrm>
        </p:grpSpPr>
        <p:sp>
          <p:nvSpPr>
            <p:cNvPr id="19" name="Google Shape;19;p2"/>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
          <p:cNvSpPr/>
          <p:nvPr/>
        </p:nvSpPr>
        <p:spPr>
          <a:xfrm>
            <a:off x="2877525"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337540" y="15243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txBox="1"/>
          <p:nvPr>
            <p:ph type="title"/>
          </p:nvPr>
        </p:nvSpPr>
        <p:spPr>
          <a:xfrm>
            <a:off x="1146900" y="3068936"/>
            <a:ext cx="6850200" cy="841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hasCustomPrompt="1" idx="2" type="title"/>
          </p:nvPr>
        </p:nvSpPr>
        <p:spPr>
          <a:xfrm>
            <a:off x="3140400" y="925223"/>
            <a:ext cx="2863200" cy="1708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2000"/>
              <a:buNone/>
              <a:defRPr sz="12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7" name="Google Shape;27;p3"/>
          <p:cNvSpPr txBox="1"/>
          <p:nvPr>
            <p:ph idx="1" type="subTitle"/>
          </p:nvPr>
        </p:nvSpPr>
        <p:spPr>
          <a:xfrm>
            <a:off x="1693800" y="3823464"/>
            <a:ext cx="5756400" cy="62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200"/>
              <a:buNone/>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28" name="Google Shape;28;p3"/>
          <p:cNvSpPr/>
          <p:nvPr/>
        </p:nvSpPr>
        <p:spPr>
          <a:xfrm>
            <a:off x="6852570" y="424487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10" y="807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6648473" y="-12272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2540620" y="-7192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13290"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131739" y="382347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39725" y="18736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3"/>
          <p:cNvGrpSpPr/>
          <p:nvPr/>
        </p:nvGrpSpPr>
        <p:grpSpPr>
          <a:xfrm>
            <a:off x="7544274" y="1469732"/>
            <a:ext cx="1265051" cy="1265051"/>
            <a:chOff x="3912750" y="637550"/>
            <a:chExt cx="947533" cy="947533"/>
          </a:xfrm>
        </p:grpSpPr>
        <p:sp>
          <p:nvSpPr>
            <p:cNvPr id="36" name="Google Shape;36;p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 name="Shape 38"/>
        <p:cNvGrpSpPr/>
        <p:nvPr/>
      </p:nvGrpSpPr>
      <p:grpSpPr>
        <a:xfrm>
          <a:off x="0" y="0"/>
          <a:ext cx="0" cy="0"/>
          <a:chOff x="0" y="0"/>
          <a:chExt cx="0" cy="0"/>
        </a:xfrm>
      </p:grpSpPr>
      <p:sp>
        <p:nvSpPr>
          <p:cNvPr id="39" name="Google Shape;39;p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306961" y="569001"/>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txBox="1"/>
          <p:nvPr>
            <p:ph idx="1" type="subTitle"/>
          </p:nvPr>
        </p:nvSpPr>
        <p:spPr>
          <a:xfrm>
            <a:off x="539500" y="1150475"/>
            <a:ext cx="8064900" cy="327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434343"/>
              </a:buClr>
              <a:buSzPts val="480"/>
              <a:buAutoNum type="arabicPeriod"/>
              <a:defRPr sz="1200"/>
            </a:lvl1pPr>
            <a:lvl2pPr lvl="1">
              <a:spcBef>
                <a:spcPts val="0"/>
              </a:spcBef>
              <a:spcAft>
                <a:spcPts val="0"/>
              </a:spcAft>
              <a:buClr>
                <a:srgbClr val="434343"/>
              </a:buClr>
              <a:buSzPts val="480"/>
              <a:buFont typeface="Roboto Condensed Light"/>
              <a:buAutoNum type="alphaLcPeriod"/>
              <a:defRPr/>
            </a:lvl2pPr>
            <a:lvl3pPr lvl="2">
              <a:spcBef>
                <a:spcPts val="0"/>
              </a:spcBef>
              <a:spcAft>
                <a:spcPts val="0"/>
              </a:spcAft>
              <a:buClr>
                <a:srgbClr val="434343"/>
              </a:buClr>
              <a:buSzPts val="480"/>
              <a:buFont typeface="Roboto Condensed Light"/>
              <a:buAutoNum type="romanLcPeriod"/>
              <a:defRPr/>
            </a:lvl3pPr>
            <a:lvl4pPr lvl="3">
              <a:spcBef>
                <a:spcPts val="0"/>
              </a:spcBef>
              <a:spcAft>
                <a:spcPts val="0"/>
              </a:spcAft>
              <a:buClr>
                <a:srgbClr val="434343"/>
              </a:buClr>
              <a:buSzPts val="480"/>
              <a:buFont typeface="Roboto Condensed Light"/>
              <a:buAutoNum type="arabicPeriod"/>
              <a:defRPr/>
            </a:lvl4pPr>
            <a:lvl5pPr lvl="4">
              <a:spcBef>
                <a:spcPts val="0"/>
              </a:spcBef>
              <a:spcAft>
                <a:spcPts val="0"/>
              </a:spcAft>
              <a:buClr>
                <a:srgbClr val="434343"/>
              </a:buClr>
              <a:buSzPts val="480"/>
              <a:buFont typeface="Roboto Condensed Light"/>
              <a:buAutoNum type="alphaLcPeriod"/>
              <a:defRPr/>
            </a:lvl5pPr>
            <a:lvl6pPr lvl="5">
              <a:spcBef>
                <a:spcPts val="0"/>
              </a:spcBef>
              <a:spcAft>
                <a:spcPts val="0"/>
              </a:spcAft>
              <a:buClr>
                <a:srgbClr val="434343"/>
              </a:buClr>
              <a:buSzPts val="480"/>
              <a:buFont typeface="Roboto Condensed Light"/>
              <a:buAutoNum type="romanLcPeriod"/>
              <a:defRPr/>
            </a:lvl6pPr>
            <a:lvl7pPr lvl="6">
              <a:spcBef>
                <a:spcPts val="0"/>
              </a:spcBef>
              <a:spcAft>
                <a:spcPts val="0"/>
              </a:spcAft>
              <a:buClr>
                <a:srgbClr val="434343"/>
              </a:buClr>
              <a:buSzPts val="480"/>
              <a:buFont typeface="Roboto Condensed Light"/>
              <a:buAutoNum type="arabicPeriod"/>
              <a:defRPr/>
            </a:lvl7pPr>
            <a:lvl8pPr lvl="7">
              <a:spcBef>
                <a:spcPts val="0"/>
              </a:spcBef>
              <a:spcAft>
                <a:spcPts val="0"/>
              </a:spcAft>
              <a:buClr>
                <a:srgbClr val="434343"/>
              </a:buClr>
              <a:buSzPts val="480"/>
              <a:buFont typeface="Roboto Condensed Light"/>
              <a:buAutoNum type="alphaLcPeriod"/>
              <a:defRPr/>
            </a:lvl8pPr>
            <a:lvl9pPr lvl="8">
              <a:spcBef>
                <a:spcPts val="0"/>
              </a:spcBef>
              <a:spcAft>
                <a:spcPts val="0"/>
              </a:spcAft>
              <a:buClr>
                <a:srgbClr val="434343"/>
              </a:buClr>
              <a:buSzPts val="480"/>
              <a:buFont typeface="Roboto Condensed Light"/>
              <a:buAutoNum type="romanLcPeriod"/>
              <a:defRPr/>
            </a:lvl9pPr>
          </a:lstStyle>
          <a:p/>
        </p:txBody>
      </p:sp>
      <p:sp>
        <p:nvSpPr>
          <p:cNvPr id="42" name="Google Shape;42;p4"/>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4"/>
          <p:cNvSpPr/>
          <p:nvPr/>
        </p:nvSpPr>
        <p:spPr>
          <a:xfrm flipH="1">
            <a:off x="-1039340" y="24347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8628904" y="249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8402854"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flipH="1">
            <a:off x="7428185" y="-100482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1222079" y="500909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96450" y="-125362"/>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4"/>
          <p:cNvGrpSpPr/>
          <p:nvPr/>
        </p:nvGrpSpPr>
        <p:grpSpPr>
          <a:xfrm>
            <a:off x="4288299" y="4703032"/>
            <a:ext cx="1265051" cy="1265051"/>
            <a:chOff x="3912750" y="637550"/>
            <a:chExt cx="947533" cy="947533"/>
          </a:xfrm>
        </p:grpSpPr>
        <p:sp>
          <p:nvSpPr>
            <p:cNvPr id="50" name="Google Shape;50;p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sp>
        <p:nvSpPr>
          <p:cNvPr id="53" name="Google Shape;53;p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rot="10800000">
            <a:off x="1812164" y="-192224"/>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txBox="1"/>
          <p:nvPr>
            <p:ph idx="1" type="subTitle"/>
          </p:nvPr>
        </p:nvSpPr>
        <p:spPr>
          <a:xfrm>
            <a:off x="1023850" y="2849850"/>
            <a:ext cx="1757700" cy="278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Font typeface="Montserrat Black"/>
              <a:buNone/>
              <a:defRPr b="1" sz="2200">
                <a:latin typeface="Montserrat"/>
                <a:ea typeface="Montserrat"/>
                <a:cs typeface="Montserrat"/>
                <a:sym typeface="Montserrat"/>
              </a:defRPr>
            </a:lvl1pPr>
            <a:lvl2pPr lvl="1" rtl="0">
              <a:spcBef>
                <a:spcPts val="0"/>
              </a:spcBef>
              <a:spcAft>
                <a:spcPts val="0"/>
              </a:spcAft>
              <a:buSzPts val="2000"/>
              <a:buFont typeface="Montserrat Black"/>
              <a:buNone/>
              <a:defRPr sz="2000">
                <a:latin typeface="Montserrat Black"/>
                <a:ea typeface="Montserrat Black"/>
                <a:cs typeface="Montserrat Black"/>
                <a:sym typeface="Montserrat Black"/>
              </a:defRPr>
            </a:lvl2pPr>
            <a:lvl3pPr lvl="2" rtl="0">
              <a:spcBef>
                <a:spcPts val="0"/>
              </a:spcBef>
              <a:spcAft>
                <a:spcPts val="0"/>
              </a:spcAft>
              <a:buSzPts val="2000"/>
              <a:buFont typeface="Montserrat Black"/>
              <a:buNone/>
              <a:defRPr sz="2000">
                <a:latin typeface="Montserrat Black"/>
                <a:ea typeface="Montserrat Black"/>
                <a:cs typeface="Montserrat Black"/>
                <a:sym typeface="Montserrat Black"/>
              </a:defRPr>
            </a:lvl3pPr>
            <a:lvl4pPr lvl="3" rtl="0">
              <a:spcBef>
                <a:spcPts val="0"/>
              </a:spcBef>
              <a:spcAft>
                <a:spcPts val="0"/>
              </a:spcAft>
              <a:buSzPts val="2000"/>
              <a:buFont typeface="Montserrat Black"/>
              <a:buNone/>
              <a:defRPr sz="2000">
                <a:latin typeface="Montserrat Black"/>
                <a:ea typeface="Montserrat Black"/>
                <a:cs typeface="Montserrat Black"/>
                <a:sym typeface="Montserrat Black"/>
              </a:defRPr>
            </a:lvl4pPr>
            <a:lvl5pPr lvl="4" rtl="0">
              <a:spcBef>
                <a:spcPts val="0"/>
              </a:spcBef>
              <a:spcAft>
                <a:spcPts val="0"/>
              </a:spcAft>
              <a:buSzPts val="2000"/>
              <a:buFont typeface="Montserrat Black"/>
              <a:buNone/>
              <a:defRPr sz="2000">
                <a:latin typeface="Montserrat Black"/>
                <a:ea typeface="Montserrat Black"/>
                <a:cs typeface="Montserrat Black"/>
                <a:sym typeface="Montserrat Black"/>
              </a:defRPr>
            </a:lvl5pPr>
            <a:lvl6pPr lvl="5" rtl="0">
              <a:spcBef>
                <a:spcPts val="0"/>
              </a:spcBef>
              <a:spcAft>
                <a:spcPts val="0"/>
              </a:spcAft>
              <a:buSzPts val="2000"/>
              <a:buFont typeface="Montserrat Black"/>
              <a:buNone/>
              <a:defRPr sz="2000">
                <a:latin typeface="Montserrat Black"/>
                <a:ea typeface="Montserrat Black"/>
                <a:cs typeface="Montserrat Black"/>
                <a:sym typeface="Montserrat Black"/>
              </a:defRPr>
            </a:lvl6pPr>
            <a:lvl7pPr lvl="6" rtl="0">
              <a:spcBef>
                <a:spcPts val="0"/>
              </a:spcBef>
              <a:spcAft>
                <a:spcPts val="0"/>
              </a:spcAft>
              <a:buSzPts val="2000"/>
              <a:buFont typeface="Montserrat Black"/>
              <a:buNone/>
              <a:defRPr sz="2000">
                <a:latin typeface="Montserrat Black"/>
                <a:ea typeface="Montserrat Black"/>
                <a:cs typeface="Montserrat Black"/>
                <a:sym typeface="Montserrat Black"/>
              </a:defRPr>
            </a:lvl7pPr>
            <a:lvl8pPr lvl="7" rtl="0">
              <a:spcBef>
                <a:spcPts val="0"/>
              </a:spcBef>
              <a:spcAft>
                <a:spcPts val="0"/>
              </a:spcAft>
              <a:buSzPts val="2000"/>
              <a:buFont typeface="Montserrat Black"/>
              <a:buNone/>
              <a:defRPr sz="2000">
                <a:latin typeface="Montserrat Black"/>
                <a:ea typeface="Montserrat Black"/>
                <a:cs typeface="Montserrat Black"/>
                <a:sym typeface="Montserrat Black"/>
              </a:defRPr>
            </a:lvl8pPr>
            <a:lvl9pPr lvl="8" rtl="0">
              <a:spcBef>
                <a:spcPts val="0"/>
              </a:spcBef>
              <a:spcAft>
                <a:spcPts val="0"/>
              </a:spcAft>
              <a:buSzPts val="2000"/>
              <a:buFont typeface="Montserrat Black"/>
              <a:buNone/>
              <a:defRPr sz="2000">
                <a:latin typeface="Montserrat Black"/>
                <a:ea typeface="Montserrat Black"/>
                <a:cs typeface="Montserrat Black"/>
                <a:sym typeface="Montserrat Black"/>
              </a:defRPr>
            </a:lvl9pPr>
          </a:lstStyle>
          <a:p/>
        </p:txBody>
      </p:sp>
      <p:sp>
        <p:nvSpPr>
          <p:cNvPr id="56" name="Google Shape;56;p5"/>
          <p:cNvSpPr txBox="1"/>
          <p:nvPr>
            <p:ph idx="2" type="subTitle"/>
          </p:nvPr>
        </p:nvSpPr>
        <p:spPr>
          <a:xfrm>
            <a:off x="3441375" y="2849850"/>
            <a:ext cx="1757700" cy="278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Font typeface="Montserrat Black"/>
              <a:buNone/>
              <a:defRPr b="1" sz="2200">
                <a:latin typeface="Montserrat"/>
                <a:ea typeface="Montserrat"/>
                <a:cs typeface="Montserrat"/>
                <a:sym typeface="Montserrat"/>
              </a:defRPr>
            </a:lvl1pPr>
            <a:lvl2pPr lvl="1" rtl="0">
              <a:spcBef>
                <a:spcPts val="0"/>
              </a:spcBef>
              <a:spcAft>
                <a:spcPts val="0"/>
              </a:spcAft>
              <a:buSzPts val="2000"/>
              <a:buFont typeface="Montserrat Black"/>
              <a:buNone/>
              <a:defRPr sz="2000">
                <a:latin typeface="Montserrat Black"/>
                <a:ea typeface="Montserrat Black"/>
                <a:cs typeface="Montserrat Black"/>
                <a:sym typeface="Montserrat Black"/>
              </a:defRPr>
            </a:lvl2pPr>
            <a:lvl3pPr lvl="2" rtl="0">
              <a:spcBef>
                <a:spcPts val="0"/>
              </a:spcBef>
              <a:spcAft>
                <a:spcPts val="0"/>
              </a:spcAft>
              <a:buSzPts val="2000"/>
              <a:buFont typeface="Montserrat Black"/>
              <a:buNone/>
              <a:defRPr sz="2000">
                <a:latin typeface="Montserrat Black"/>
                <a:ea typeface="Montserrat Black"/>
                <a:cs typeface="Montserrat Black"/>
                <a:sym typeface="Montserrat Black"/>
              </a:defRPr>
            </a:lvl3pPr>
            <a:lvl4pPr lvl="3" rtl="0">
              <a:spcBef>
                <a:spcPts val="0"/>
              </a:spcBef>
              <a:spcAft>
                <a:spcPts val="0"/>
              </a:spcAft>
              <a:buSzPts val="2000"/>
              <a:buFont typeface="Montserrat Black"/>
              <a:buNone/>
              <a:defRPr sz="2000">
                <a:latin typeface="Montserrat Black"/>
                <a:ea typeface="Montserrat Black"/>
                <a:cs typeface="Montserrat Black"/>
                <a:sym typeface="Montserrat Black"/>
              </a:defRPr>
            </a:lvl4pPr>
            <a:lvl5pPr lvl="4" rtl="0">
              <a:spcBef>
                <a:spcPts val="0"/>
              </a:spcBef>
              <a:spcAft>
                <a:spcPts val="0"/>
              </a:spcAft>
              <a:buSzPts val="2000"/>
              <a:buFont typeface="Montserrat Black"/>
              <a:buNone/>
              <a:defRPr sz="2000">
                <a:latin typeface="Montserrat Black"/>
                <a:ea typeface="Montserrat Black"/>
                <a:cs typeface="Montserrat Black"/>
                <a:sym typeface="Montserrat Black"/>
              </a:defRPr>
            </a:lvl5pPr>
            <a:lvl6pPr lvl="5" rtl="0">
              <a:spcBef>
                <a:spcPts val="0"/>
              </a:spcBef>
              <a:spcAft>
                <a:spcPts val="0"/>
              </a:spcAft>
              <a:buSzPts val="2000"/>
              <a:buFont typeface="Montserrat Black"/>
              <a:buNone/>
              <a:defRPr sz="2000">
                <a:latin typeface="Montserrat Black"/>
                <a:ea typeface="Montserrat Black"/>
                <a:cs typeface="Montserrat Black"/>
                <a:sym typeface="Montserrat Black"/>
              </a:defRPr>
            </a:lvl6pPr>
            <a:lvl7pPr lvl="6" rtl="0">
              <a:spcBef>
                <a:spcPts val="0"/>
              </a:spcBef>
              <a:spcAft>
                <a:spcPts val="0"/>
              </a:spcAft>
              <a:buSzPts val="2000"/>
              <a:buFont typeface="Montserrat Black"/>
              <a:buNone/>
              <a:defRPr sz="2000">
                <a:latin typeface="Montserrat Black"/>
                <a:ea typeface="Montserrat Black"/>
                <a:cs typeface="Montserrat Black"/>
                <a:sym typeface="Montserrat Black"/>
              </a:defRPr>
            </a:lvl7pPr>
            <a:lvl8pPr lvl="7" rtl="0">
              <a:spcBef>
                <a:spcPts val="0"/>
              </a:spcBef>
              <a:spcAft>
                <a:spcPts val="0"/>
              </a:spcAft>
              <a:buSzPts val="2000"/>
              <a:buFont typeface="Montserrat Black"/>
              <a:buNone/>
              <a:defRPr sz="2000">
                <a:latin typeface="Montserrat Black"/>
                <a:ea typeface="Montserrat Black"/>
                <a:cs typeface="Montserrat Black"/>
                <a:sym typeface="Montserrat Black"/>
              </a:defRPr>
            </a:lvl8pPr>
            <a:lvl9pPr lvl="8" rtl="0">
              <a:spcBef>
                <a:spcPts val="0"/>
              </a:spcBef>
              <a:spcAft>
                <a:spcPts val="0"/>
              </a:spcAft>
              <a:buSzPts val="2000"/>
              <a:buFont typeface="Montserrat Black"/>
              <a:buNone/>
              <a:defRPr sz="2000">
                <a:latin typeface="Montserrat Black"/>
                <a:ea typeface="Montserrat Black"/>
                <a:cs typeface="Montserrat Black"/>
                <a:sym typeface="Montserrat Black"/>
              </a:defRPr>
            </a:lvl9pPr>
          </a:lstStyle>
          <a:p/>
        </p:txBody>
      </p:sp>
      <p:sp>
        <p:nvSpPr>
          <p:cNvPr id="57" name="Google Shape;57;p5"/>
          <p:cNvSpPr txBox="1"/>
          <p:nvPr>
            <p:ph idx="3" type="subTitle"/>
          </p:nvPr>
        </p:nvSpPr>
        <p:spPr>
          <a:xfrm>
            <a:off x="1023850" y="3201100"/>
            <a:ext cx="1757700" cy="97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58" name="Google Shape;58;p5"/>
          <p:cNvSpPr txBox="1"/>
          <p:nvPr>
            <p:ph idx="4" type="subTitle"/>
          </p:nvPr>
        </p:nvSpPr>
        <p:spPr>
          <a:xfrm>
            <a:off x="3441375" y="3201100"/>
            <a:ext cx="1757700" cy="97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59" name="Google Shape;59;p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 name="Google Shape;60;p5"/>
          <p:cNvSpPr/>
          <p:nvPr/>
        </p:nvSpPr>
        <p:spPr>
          <a:xfrm>
            <a:off x="8148720" y="453290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1023860" y="-29594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8495148" y="206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813290"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694314" y="404979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329100" y="10210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 name="Google Shape;66;p5"/>
          <p:cNvGrpSpPr/>
          <p:nvPr/>
        </p:nvGrpSpPr>
        <p:grpSpPr>
          <a:xfrm>
            <a:off x="4561024" y="4749732"/>
            <a:ext cx="1265051" cy="1265051"/>
            <a:chOff x="3912750" y="637550"/>
            <a:chExt cx="947533" cy="947533"/>
          </a:xfrm>
        </p:grpSpPr>
        <p:sp>
          <p:nvSpPr>
            <p:cNvPr id="67" name="Google Shape;67;p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rot="-5400000">
            <a:off x="3043631" y="-1248536"/>
            <a:ext cx="7437684" cy="508958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flipH="1">
            <a:off x="-694314" y="453290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flipH="1">
            <a:off x="7182512" y="-29594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flipH="1">
            <a:off x="-347899" y="206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flipH="1">
            <a:off x="7869669" y="404979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flipH="1">
            <a:off x="8234894" y="10210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6"/>
          <p:cNvGrpSpPr/>
          <p:nvPr/>
        </p:nvGrpSpPr>
        <p:grpSpPr>
          <a:xfrm flipH="1">
            <a:off x="2772852" y="4749732"/>
            <a:ext cx="1265051" cy="1265051"/>
            <a:chOff x="3912750" y="637550"/>
            <a:chExt cx="947533" cy="947533"/>
          </a:xfrm>
        </p:grpSpPr>
        <p:sp>
          <p:nvSpPr>
            <p:cNvPr id="78" name="Google Shape;78;p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6"/>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txBox="1"/>
          <p:nvPr>
            <p:ph idx="1" type="body"/>
          </p:nvPr>
        </p:nvSpPr>
        <p:spPr>
          <a:xfrm>
            <a:off x="1001375" y="2356500"/>
            <a:ext cx="2848200" cy="1186200"/>
          </a:xfrm>
          <a:prstGeom prst="rect">
            <a:avLst/>
          </a:prstGeom>
        </p:spPr>
        <p:txBody>
          <a:bodyPr anchorCtr="0" anchor="t" bIns="91425" lIns="91425" spcFirstLastPara="1" rIns="91425" wrap="square" tIns="91425">
            <a:noAutofit/>
          </a:bodyPr>
          <a:lstStyle>
            <a:lvl1pPr indent="-330200" lvl="0" marL="457200" algn="ctr">
              <a:lnSpc>
                <a:spcPct val="100000"/>
              </a:lnSpc>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84" name="Google Shape;84;p7"/>
          <p:cNvSpPr/>
          <p:nvPr/>
        </p:nvSpPr>
        <p:spPr>
          <a:xfrm>
            <a:off x="4581969" y="4101491"/>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7530285" y="42871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982991"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177115" y="-52835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4450684" y="45820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7735444" y="-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7604159" y="4805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4807675" y="7886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7"/>
          <p:cNvGrpSpPr/>
          <p:nvPr/>
        </p:nvGrpSpPr>
        <p:grpSpPr>
          <a:xfrm>
            <a:off x="-296676" y="4041820"/>
            <a:ext cx="1265051" cy="1265051"/>
            <a:chOff x="3912750" y="637550"/>
            <a:chExt cx="947533" cy="947533"/>
          </a:xfrm>
        </p:grpSpPr>
        <p:sp>
          <p:nvSpPr>
            <p:cNvPr id="93" name="Google Shape;93;p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7"/>
          <p:cNvSpPr/>
          <p:nvPr/>
        </p:nvSpPr>
        <p:spPr>
          <a:xfrm>
            <a:off x="2131335" y="1501350"/>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txBox="1"/>
          <p:nvPr>
            <p:ph type="title"/>
          </p:nvPr>
        </p:nvSpPr>
        <p:spPr>
          <a:xfrm>
            <a:off x="968375" y="1600800"/>
            <a:ext cx="2914200" cy="755700"/>
          </a:xfrm>
          <a:prstGeom prst="rect">
            <a:avLst/>
          </a:prstGeom>
          <a:noFill/>
        </p:spPr>
        <p:txBody>
          <a:bodyPr anchorCtr="0" anchor="ctr" bIns="91425" lIns="91425" spcFirstLastPara="1" rIns="91425" wrap="square" tIns="91425">
            <a:noAutofit/>
          </a:bodyPr>
          <a:lstStyle>
            <a:lvl1pPr lvl="0">
              <a:spcBef>
                <a:spcPts val="0"/>
              </a:spcBef>
              <a:spcAft>
                <a:spcPts val="0"/>
              </a:spcAft>
              <a:buSzPts val="2200"/>
              <a:buNone/>
              <a:defRPr sz="55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7" name="Shape 97"/>
        <p:cNvGrpSpPr/>
        <p:nvPr/>
      </p:nvGrpSpPr>
      <p:grpSpPr>
        <a:xfrm>
          <a:off x="0" y="0"/>
          <a:ext cx="0" cy="0"/>
          <a:chOff x="0" y="0"/>
          <a:chExt cx="0" cy="0"/>
        </a:xfrm>
      </p:grpSpPr>
      <p:sp>
        <p:nvSpPr>
          <p:cNvPr id="98" name="Google Shape;98;p8"/>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574436" y="2914426"/>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rot="10800000">
            <a:off x="3571510" y="-12555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flipH="1">
            <a:off x="520161" y="439060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flipH="1">
            <a:off x="520143" y="2205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flipH="1">
            <a:off x="7714380" y="39935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flipH="1">
            <a:off x="8010311" y="63754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p:cNvSpPr/>
          <p:nvPr/>
        </p:nvSpPr>
        <p:spPr>
          <a:xfrm flipH="1">
            <a:off x="713230" y="192904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 name="Google Shape;106;p8"/>
          <p:cNvGrpSpPr/>
          <p:nvPr/>
        </p:nvGrpSpPr>
        <p:grpSpPr>
          <a:xfrm flipH="1">
            <a:off x="4671986" y="-275225"/>
            <a:ext cx="947533" cy="947533"/>
            <a:chOff x="3912750" y="637550"/>
            <a:chExt cx="947533" cy="947533"/>
          </a:xfrm>
        </p:grpSpPr>
        <p:sp>
          <p:nvSpPr>
            <p:cNvPr id="107" name="Google Shape;107;p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8"/>
          <p:cNvSpPr/>
          <p:nvPr/>
        </p:nvSpPr>
        <p:spPr>
          <a:xfrm flipH="1">
            <a:off x="4799187"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txBox="1"/>
          <p:nvPr>
            <p:ph type="title"/>
          </p:nvPr>
        </p:nvSpPr>
        <p:spPr>
          <a:xfrm>
            <a:off x="1496250" y="1152150"/>
            <a:ext cx="6151500" cy="28392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8000">
                <a:solidFill>
                  <a:schemeClr val="dk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1" name="Shape 111"/>
        <p:cNvGrpSpPr/>
        <p:nvPr/>
      </p:nvGrpSpPr>
      <p:grpSpPr>
        <a:xfrm>
          <a:off x="0" y="0"/>
          <a:ext cx="0" cy="0"/>
          <a:chOff x="0" y="0"/>
          <a:chExt cx="0" cy="0"/>
        </a:xfrm>
      </p:grpSpPr>
      <p:sp>
        <p:nvSpPr>
          <p:cNvPr id="112" name="Google Shape;112;p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135549" y="-231484"/>
            <a:ext cx="8428467" cy="5606479"/>
          </a:xfrm>
          <a:custGeom>
            <a:rect b="b" l="l" r="r" t="t"/>
            <a:pathLst>
              <a:path extrusionOk="0" h="69676" w="104747">
                <a:moveTo>
                  <a:pt x="0" y="1"/>
                </a:moveTo>
                <a:lnTo>
                  <a:pt x="0" y="69676"/>
                </a:lnTo>
                <a:lnTo>
                  <a:pt x="1799" y="69676"/>
                </a:lnTo>
                <a:cubicBezTo>
                  <a:pt x="5385" y="68581"/>
                  <a:pt x="10134" y="66536"/>
                  <a:pt x="15229" y="62693"/>
                </a:cubicBezTo>
                <a:cubicBezTo>
                  <a:pt x="25977" y="54592"/>
                  <a:pt x="20111" y="44816"/>
                  <a:pt x="30871" y="30850"/>
                </a:cubicBezTo>
                <a:cubicBezTo>
                  <a:pt x="41619" y="16883"/>
                  <a:pt x="59776" y="24984"/>
                  <a:pt x="85194" y="12973"/>
                </a:cubicBezTo>
                <a:cubicBezTo>
                  <a:pt x="96859" y="7464"/>
                  <a:pt x="102289" y="3978"/>
                  <a:pt x="104747" y="1822"/>
                </a:cubicBezTo>
                <a:lnTo>
                  <a:pt x="104747" y="1"/>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txBox="1"/>
          <p:nvPr>
            <p:ph idx="1" type="body"/>
          </p:nvPr>
        </p:nvSpPr>
        <p:spPr>
          <a:xfrm>
            <a:off x="4921525" y="1698825"/>
            <a:ext cx="3371400" cy="24858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5" name="Google Shape;115;p9"/>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9"/>
          <p:cNvSpPr/>
          <p:nvPr/>
        </p:nvSpPr>
        <p:spPr>
          <a:xfrm flipH="1" rot="10800000">
            <a:off x="7589970" y="-73060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flipH="1" rot="10800000">
            <a:off x="8607386" y="157311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flipH="1" rot="10800000">
            <a:off x="8292923" y="469178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flipH="1" rot="10800000">
            <a:off x="4602945" y="4344791"/>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flipH="1" rot="10800000">
            <a:off x="-823764" y="-40252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262600" y="241591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 name="Google Shape;122;p9"/>
          <p:cNvGrpSpPr/>
          <p:nvPr/>
        </p:nvGrpSpPr>
        <p:grpSpPr>
          <a:xfrm>
            <a:off x="792449" y="4426795"/>
            <a:ext cx="1265051" cy="1265051"/>
            <a:chOff x="3912750" y="637550"/>
            <a:chExt cx="947533" cy="947533"/>
          </a:xfrm>
        </p:grpSpPr>
        <p:sp>
          <p:nvSpPr>
            <p:cNvPr id="123" name="Google Shape;123;p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5" name="Shape 125"/>
        <p:cNvGrpSpPr/>
        <p:nvPr/>
      </p:nvGrpSpPr>
      <p:grpSpPr>
        <a:xfrm>
          <a:off x="0" y="0"/>
          <a:ext cx="0" cy="0"/>
          <a:chOff x="0" y="0"/>
          <a:chExt cx="0" cy="0"/>
        </a:xfrm>
      </p:grpSpPr>
      <p:sp>
        <p:nvSpPr>
          <p:cNvPr id="126" name="Google Shape;126;p10"/>
          <p:cNvSpPr txBox="1"/>
          <p:nvPr>
            <p:ph idx="1" type="body"/>
          </p:nvPr>
        </p:nvSpPr>
        <p:spPr>
          <a:xfrm>
            <a:off x="713100" y="3931300"/>
            <a:ext cx="7717800" cy="410100"/>
          </a:xfrm>
          <a:prstGeom prst="rect">
            <a:avLst/>
          </a:prstGeom>
          <a:noFill/>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sz="2000">
                <a:solidFill>
                  <a:schemeClr val="lt2"/>
                </a:solidFill>
                <a:latin typeface="Montserrat Black"/>
                <a:ea typeface="Montserrat Black"/>
                <a:cs typeface="Montserrat Black"/>
                <a:sym typeface="Montserrat Black"/>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11"/>
          <p:cNvSpPr/>
          <p:nvPr/>
        </p:nvSpPr>
        <p:spPr>
          <a:xfrm flipH="1">
            <a:off x="794"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txBox="1"/>
          <p:nvPr>
            <p:ph idx="1" type="subTitle"/>
          </p:nvPr>
        </p:nvSpPr>
        <p:spPr>
          <a:xfrm>
            <a:off x="2026575" y="3231975"/>
            <a:ext cx="5081700" cy="328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1" name="Google Shape;131;p11"/>
          <p:cNvSpPr txBox="1"/>
          <p:nvPr>
            <p:ph hasCustomPrompt="1" type="title"/>
          </p:nvPr>
        </p:nvSpPr>
        <p:spPr>
          <a:xfrm>
            <a:off x="1142700" y="1173300"/>
            <a:ext cx="6858600" cy="196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9800">
                <a:solidFill>
                  <a:schemeClr val="dk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2" name="Google Shape;132;p11"/>
          <p:cNvSpPr/>
          <p:nvPr/>
        </p:nvSpPr>
        <p:spPr>
          <a:xfrm rot="10800000">
            <a:off x="3787264" y="-1056324"/>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flipH="1" rot="5400000">
            <a:off x="-3290186" y="-562549"/>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rot="10800000">
            <a:off x="472704" y="-73060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10800000">
            <a:off x="-823764" y="157311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rot="10800000">
            <a:off x="462593" y="469178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p:cNvSpPr/>
          <p:nvPr/>
        </p:nvSpPr>
        <p:spPr>
          <a:xfrm rot="10800000">
            <a:off x="3459729" y="4344791"/>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p:cNvSpPr/>
          <p:nvPr/>
        </p:nvSpPr>
        <p:spPr>
          <a:xfrm rot="10800000">
            <a:off x="8607386" y="-40252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p:cNvSpPr/>
          <p:nvPr/>
        </p:nvSpPr>
        <p:spPr>
          <a:xfrm flipH="1">
            <a:off x="8776662" y="241591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flipH="1">
            <a:off x="7149694" y="4426795"/>
            <a:ext cx="1265051" cy="1265051"/>
            <a:chOff x="3912750" y="637550"/>
            <a:chExt cx="947533" cy="947533"/>
          </a:xfrm>
        </p:grpSpPr>
        <p:sp>
          <p:nvSpPr>
            <p:cNvPr id="141" name="Google Shape;141;p1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3" name="Shape 14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5">
    <p:spTree>
      <p:nvGrpSpPr>
        <p:cNvPr id="144" name="Shape 144"/>
        <p:cNvGrpSpPr/>
        <p:nvPr/>
      </p:nvGrpSpPr>
      <p:grpSpPr>
        <a:xfrm>
          <a:off x="0" y="0"/>
          <a:ext cx="0" cy="0"/>
          <a:chOff x="0" y="0"/>
          <a:chExt cx="0" cy="0"/>
        </a:xfrm>
      </p:grpSpPr>
      <p:sp>
        <p:nvSpPr>
          <p:cNvPr id="145" name="Google Shape;145;p1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flipH="1">
            <a:off x="975451" y="-231496"/>
            <a:ext cx="8428467" cy="5606479"/>
          </a:xfrm>
          <a:custGeom>
            <a:rect b="b" l="l" r="r" t="t"/>
            <a:pathLst>
              <a:path extrusionOk="0" h="69676" w="104747">
                <a:moveTo>
                  <a:pt x="0" y="1"/>
                </a:moveTo>
                <a:lnTo>
                  <a:pt x="0" y="69676"/>
                </a:lnTo>
                <a:lnTo>
                  <a:pt x="1799" y="69676"/>
                </a:lnTo>
                <a:cubicBezTo>
                  <a:pt x="5385" y="68581"/>
                  <a:pt x="10134" y="66536"/>
                  <a:pt x="15229" y="62693"/>
                </a:cubicBezTo>
                <a:cubicBezTo>
                  <a:pt x="25977" y="54592"/>
                  <a:pt x="20111" y="44816"/>
                  <a:pt x="30871" y="30850"/>
                </a:cubicBezTo>
                <a:cubicBezTo>
                  <a:pt x="41619" y="16883"/>
                  <a:pt x="59776" y="24984"/>
                  <a:pt x="85194" y="12973"/>
                </a:cubicBezTo>
                <a:cubicBezTo>
                  <a:pt x="96859" y="7464"/>
                  <a:pt x="102289" y="3978"/>
                  <a:pt x="104747" y="1822"/>
                </a:cubicBezTo>
                <a:lnTo>
                  <a:pt x="104747" y="1"/>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txBox="1"/>
          <p:nvPr>
            <p:ph type="title"/>
          </p:nvPr>
        </p:nvSpPr>
        <p:spPr>
          <a:xfrm>
            <a:off x="1991575" y="175410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48" name="Google Shape;148;p13"/>
          <p:cNvSpPr txBox="1"/>
          <p:nvPr>
            <p:ph idx="1" type="subTitle"/>
          </p:nvPr>
        </p:nvSpPr>
        <p:spPr>
          <a:xfrm>
            <a:off x="1991575" y="2116975"/>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9" name="Google Shape;149;p13"/>
          <p:cNvSpPr txBox="1"/>
          <p:nvPr>
            <p:ph idx="2" type="title"/>
          </p:nvPr>
        </p:nvSpPr>
        <p:spPr>
          <a:xfrm>
            <a:off x="5786525" y="175410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50" name="Google Shape;150;p13"/>
          <p:cNvSpPr txBox="1"/>
          <p:nvPr>
            <p:ph idx="3" type="subTitle"/>
          </p:nvPr>
        </p:nvSpPr>
        <p:spPr>
          <a:xfrm>
            <a:off x="5786525" y="2116975"/>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13"/>
          <p:cNvSpPr txBox="1"/>
          <p:nvPr>
            <p:ph idx="4" type="title"/>
          </p:nvPr>
        </p:nvSpPr>
        <p:spPr>
          <a:xfrm>
            <a:off x="1991575" y="309405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52" name="Google Shape;152;p13"/>
          <p:cNvSpPr txBox="1"/>
          <p:nvPr>
            <p:ph idx="5" type="title"/>
          </p:nvPr>
        </p:nvSpPr>
        <p:spPr>
          <a:xfrm>
            <a:off x="5786525" y="309405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53" name="Google Shape;153;p13"/>
          <p:cNvSpPr txBox="1"/>
          <p:nvPr>
            <p:ph idx="6" type="subTitle"/>
          </p:nvPr>
        </p:nvSpPr>
        <p:spPr>
          <a:xfrm>
            <a:off x="5786525" y="3455900"/>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13"/>
          <p:cNvSpPr txBox="1"/>
          <p:nvPr>
            <p:ph hasCustomPrompt="1" idx="7" type="title"/>
          </p:nvPr>
        </p:nvSpPr>
        <p:spPr>
          <a:xfrm>
            <a:off x="1068700" y="1852888"/>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5" name="Google Shape;155;p13"/>
          <p:cNvSpPr txBox="1"/>
          <p:nvPr>
            <p:ph hasCustomPrompt="1" idx="8" type="title"/>
          </p:nvPr>
        </p:nvSpPr>
        <p:spPr>
          <a:xfrm>
            <a:off x="4868250" y="1858800"/>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6" name="Google Shape;156;p13"/>
          <p:cNvSpPr txBox="1"/>
          <p:nvPr>
            <p:ph hasCustomPrompt="1" idx="9" type="title"/>
          </p:nvPr>
        </p:nvSpPr>
        <p:spPr>
          <a:xfrm>
            <a:off x="1068700" y="3193550"/>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7" name="Google Shape;157;p13"/>
          <p:cNvSpPr txBox="1"/>
          <p:nvPr>
            <p:ph hasCustomPrompt="1" idx="13" type="title"/>
          </p:nvPr>
        </p:nvSpPr>
        <p:spPr>
          <a:xfrm>
            <a:off x="4868250" y="3198175"/>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8" name="Google Shape;158;p13"/>
          <p:cNvSpPr txBox="1"/>
          <p:nvPr>
            <p:ph idx="14" type="subTitle"/>
          </p:nvPr>
        </p:nvSpPr>
        <p:spPr>
          <a:xfrm>
            <a:off x="1991575" y="3455900"/>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9" name="Google Shape;159;p13"/>
          <p:cNvSpPr txBox="1"/>
          <p:nvPr>
            <p:ph idx="15"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0" name="Google Shape;160;p13"/>
          <p:cNvSpPr/>
          <p:nvPr/>
        </p:nvSpPr>
        <p:spPr>
          <a:xfrm flipH="1">
            <a:off x="-354865" y="376893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
          <p:cNvSpPr/>
          <p:nvPr/>
        </p:nvSpPr>
        <p:spPr>
          <a:xfrm flipH="1">
            <a:off x="8038179" y="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3"/>
          <p:cNvSpPr/>
          <p:nvPr/>
        </p:nvSpPr>
        <p:spPr>
          <a:xfrm flipH="1">
            <a:off x="1439917" y="-21262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
          <p:cNvSpPr/>
          <p:nvPr/>
        </p:nvSpPr>
        <p:spPr>
          <a:xfrm flipH="1">
            <a:off x="4166028" y="-8144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
          <p:cNvSpPr/>
          <p:nvPr/>
        </p:nvSpPr>
        <p:spPr>
          <a:xfrm flipH="1">
            <a:off x="4296960" y="459712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
          <p:cNvSpPr/>
          <p:nvPr/>
        </p:nvSpPr>
        <p:spPr>
          <a:xfrm flipH="1">
            <a:off x="815942" y="46917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300650" y="105975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 name="Google Shape;167;p13"/>
          <p:cNvGrpSpPr/>
          <p:nvPr/>
        </p:nvGrpSpPr>
        <p:grpSpPr>
          <a:xfrm>
            <a:off x="7878949" y="4237907"/>
            <a:ext cx="1265051" cy="1265051"/>
            <a:chOff x="3912750" y="637550"/>
            <a:chExt cx="947533" cy="947533"/>
          </a:xfrm>
        </p:grpSpPr>
        <p:sp>
          <p:nvSpPr>
            <p:cNvPr id="168" name="Google Shape;168;p1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0">
    <p:spTree>
      <p:nvGrpSpPr>
        <p:cNvPr id="170" name="Shape 170"/>
        <p:cNvGrpSpPr/>
        <p:nvPr/>
      </p:nvGrpSpPr>
      <p:grpSpPr>
        <a:xfrm>
          <a:off x="0" y="0"/>
          <a:ext cx="0" cy="0"/>
          <a:chOff x="0" y="0"/>
          <a:chExt cx="0" cy="0"/>
        </a:xfrm>
      </p:grpSpPr>
      <p:sp>
        <p:nvSpPr>
          <p:cNvPr id="171" name="Google Shape;171;p1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rot="-7572997">
            <a:off x="-207075" y="161699"/>
            <a:ext cx="1423590" cy="1423551"/>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rot="10800000">
            <a:off x="4488413" y="-269325"/>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rot="-7572997">
            <a:off x="1036036" y="941999"/>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flipH="1" rot="10800000">
            <a:off x="2447728" y="53824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 name="Google Shape;176;p14"/>
          <p:cNvGrpSpPr/>
          <p:nvPr/>
        </p:nvGrpSpPr>
        <p:grpSpPr>
          <a:xfrm flipH="1" rot="10800000">
            <a:off x="8132126" y="-5"/>
            <a:ext cx="1265051" cy="1265051"/>
            <a:chOff x="3912750" y="637550"/>
            <a:chExt cx="947533" cy="947533"/>
          </a:xfrm>
        </p:grpSpPr>
        <p:sp>
          <p:nvSpPr>
            <p:cNvPr id="177" name="Google Shape;177;p1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14"/>
          <p:cNvSpPr txBox="1"/>
          <p:nvPr>
            <p:ph type="title"/>
          </p:nvPr>
        </p:nvSpPr>
        <p:spPr>
          <a:xfrm>
            <a:off x="4788150" y="2932725"/>
            <a:ext cx="3567000" cy="5895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80" name="Google Shape;180;p14"/>
          <p:cNvSpPr txBox="1"/>
          <p:nvPr>
            <p:ph idx="1" type="body"/>
          </p:nvPr>
        </p:nvSpPr>
        <p:spPr>
          <a:xfrm>
            <a:off x="4761600" y="1621275"/>
            <a:ext cx="3620100" cy="12297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Char char="●"/>
              <a:defRPr/>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181" name="Google Shape;181;p14"/>
          <p:cNvSpPr/>
          <p:nvPr/>
        </p:nvSpPr>
        <p:spPr>
          <a:xfrm flipH="1">
            <a:off x="-346512" y="-725638"/>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spTree>
      <p:nvGrpSpPr>
        <p:cNvPr id="182" name="Shape 182"/>
        <p:cNvGrpSpPr/>
        <p:nvPr/>
      </p:nvGrpSpPr>
      <p:grpSpPr>
        <a:xfrm>
          <a:off x="0" y="0"/>
          <a:ext cx="0" cy="0"/>
          <a:chOff x="0" y="0"/>
          <a:chExt cx="0" cy="0"/>
        </a:xfrm>
      </p:grpSpPr>
      <p:sp>
        <p:nvSpPr>
          <p:cNvPr id="183" name="Google Shape;183;p1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txBox="1"/>
          <p:nvPr>
            <p:ph idx="1" type="subTitle"/>
          </p:nvPr>
        </p:nvSpPr>
        <p:spPr>
          <a:xfrm>
            <a:off x="3406188" y="2642660"/>
            <a:ext cx="2331600" cy="53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2000"/>
              <a:buFont typeface="Montserrat"/>
              <a:buNone/>
              <a:defRPr b="1" sz="2200">
                <a:latin typeface="Montserrat"/>
                <a:ea typeface="Montserrat"/>
                <a:cs typeface="Montserrat"/>
                <a:sym typeface="Montserrat"/>
              </a:defRPr>
            </a:lvl1pPr>
            <a:lvl2pPr lvl="1"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2pPr>
            <a:lvl3pPr lvl="2"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3pPr>
            <a:lvl4pPr lvl="3"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4pPr>
            <a:lvl5pPr lvl="4"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5pPr>
            <a:lvl6pPr lvl="5"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6pPr>
            <a:lvl7pPr lvl="6"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7pPr>
            <a:lvl8pPr lvl="7"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8pPr>
            <a:lvl9pPr lvl="8"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9pPr>
          </a:lstStyle>
          <a:p/>
        </p:txBody>
      </p:sp>
      <p:sp>
        <p:nvSpPr>
          <p:cNvPr id="185" name="Google Shape;185;p15"/>
          <p:cNvSpPr txBox="1"/>
          <p:nvPr>
            <p:ph idx="2" type="subTitle"/>
          </p:nvPr>
        </p:nvSpPr>
        <p:spPr>
          <a:xfrm>
            <a:off x="1048988" y="2642660"/>
            <a:ext cx="2331600" cy="53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2000"/>
              <a:buFont typeface="Montserrat"/>
              <a:buNone/>
              <a:defRPr b="1" sz="2200">
                <a:latin typeface="Montserrat"/>
                <a:ea typeface="Montserrat"/>
                <a:cs typeface="Montserrat"/>
                <a:sym typeface="Montserrat"/>
              </a:defRPr>
            </a:lvl1pPr>
            <a:lvl2pPr lvl="1"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2pPr>
            <a:lvl3pPr lvl="2"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3pPr>
            <a:lvl4pPr lvl="3"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4pPr>
            <a:lvl5pPr lvl="4"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5pPr>
            <a:lvl6pPr lvl="5"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6pPr>
            <a:lvl7pPr lvl="6"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7pPr>
            <a:lvl8pPr lvl="7"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8pPr>
            <a:lvl9pPr lvl="8"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9pPr>
          </a:lstStyle>
          <a:p/>
        </p:txBody>
      </p:sp>
      <p:sp>
        <p:nvSpPr>
          <p:cNvPr id="186" name="Google Shape;186;p15"/>
          <p:cNvSpPr txBox="1"/>
          <p:nvPr>
            <p:ph idx="3" type="subTitle"/>
          </p:nvPr>
        </p:nvSpPr>
        <p:spPr>
          <a:xfrm>
            <a:off x="5763401" y="2642660"/>
            <a:ext cx="2331600" cy="53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2000"/>
              <a:buFont typeface="Montserrat"/>
              <a:buNone/>
              <a:defRPr b="1" sz="2200">
                <a:latin typeface="Montserrat"/>
                <a:ea typeface="Montserrat"/>
                <a:cs typeface="Montserrat"/>
                <a:sym typeface="Montserrat"/>
              </a:defRPr>
            </a:lvl1pPr>
            <a:lvl2pPr lvl="1"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2pPr>
            <a:lvl3pPr lvl="2"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3pPr>
            <a:lvl4pPr lvl="3"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4pPr>
            <a:lvl5pPr lvl="4"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5pPr>
            <a:lvl6pPr lvl="5"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6pPr>
            <a:lvl7pPr lvl="6"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7pPr>
            <a:lvl8pPr lvl="7"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8pPr>
            <a:lvl9pPr lvl="8"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9pPr>
          </a:lstStyle>
          <a:p/>
        </p:txBody>
      </p:sp>
      <p:sp>
        <p:nvSpPr>
          <p:cNvPr id="187" name="Google Shape;187;p15"/>
          <p:cNvSpPr txBox="1"/>
          <p:nvPr>
            <p:ph idx="4" type="subTitle"/>
          </p:nvPr>
        </p:nvSpPr>
        <p:spPr>
          <a:xfrm>
            <a:off x="1049000" y="3349701"/>
            <a:ext cx="2331600" cy="86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188" name="Google Shape;188;p15"/>
          <p:cNvSpPr txBox="1"/>
          <p:nvPr>
            <p:ph idx="5" type="subTitle"/>
          </p:nvPr>
        </p:nvSpPr>
        <p:spPr>
          <a:xfrm>
            <a:off x="3406200" y="3351499"/>
            <a:ext cx="2331600" cy="86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189" name="Google Shape;189;p15"/>
          <p:cNvSpPr txBox="1"/>
          <p:nvPr>
            <p:ph idx="6" type="subTitle"/>
          </p:nvPr>
        </p:nvSpPr>
        <p:spPr>
          <a:xfrm>
            <a:off x="5763400" y="3350875"/>
            <a:ext cx="2331600" cy="86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190" name="Google Shape;190;p15"/>
          <p:cNvSpPr/>
          <p:nvPr/>
        </p:nvSpPr>
        <p:spPr>
          <a:xfrm flipH="1" rot="5400000">
            <a:off x="-711137" y="-2501813"/>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flipH="1" rot="-4592020">
            <a:off x="7848941" y="81971"/>
            <a:ext cx="6411577" cy="6132638"/>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rot="1586888">
            <a:off x="7312589" y="4479536"/>
            <a:ext cx="1423615" cy="1423576"/>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320678" y="429800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7720415" y="-21262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1061012" y="-9065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2451854" y="469177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rot="1586888">
            <a:off x="6990750" y="5051613"/>
            <a:ext cx="451692" cy="451731"/>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flipH="1">
            <a:off x="8636922" y="162712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15"/>
          <p:cNvGrpSpPr/>
          <p:nvPr/>
        </p:nvGrpSpPr>
        <p:grpSpPr>
          <a:xfrm flipH="1">
            <a:off x="-700240" y="1939232"/>
            <a:ext cx="1265051" cy="1265051"/>
            <a:chOff x="3912750" y="637550"/>
            <a:chExt cx="947533" cy="947533"/>
          </a:xfrm>
        </p:grpSpPr>
        <p:sp>
          <p:nvSpPr>
            <p:cNvPr id="200" name="Google Shape;200;p1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1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6">
    <p:spTree>
      <p:nvGrpSpPr>
        <p:cNvPr id="203" name="Shape 203"/>
        <p:cNvGrpSpPr/>
        <p:nvPr/>
      </p:nvGrpSpPr>
      <p:grpSpPr>
        <a:xfrm>
          <a:off x="0" y="0"/>
          <a:ext cx="0" cy="0"/>
          <a:chOff x="0" y="0"/>
          <a:chExt cx="0" cy="0"/>
        </a:xfrm>
      </p:grpSpPr>
      <p:sp>
        <p:nvSpPr>
          <p:cNvPr id="204" name="Google Shape;204;p1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rot="-1910737">
            <a:off x="381301" y="2193721"/>
            <a:ext cx="8381397" cy="5505783"/>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flipH="1" rot="10800000">
            <a:off x="-3279640" y="-10604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txBox="1"/>
          <p:nvPr>
            <p:ph type="title"/>
          </p:nvPr>
        </p:nvSpPr>
        <p:spPr>
          <a:xfrm>
            <a:off x="922254" y="2625075"/>
            <a:ext cx="1892400" cy="491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08" name="Google Shape;208;p16"/>
          <p:cNvSpPr txBox="1"/>
          <p:nvPr>
            <p:ph idx="1" type="subTitle"/>
          </p:nvPr>
        </p:nvSpPr>
        <p:spPr>
          <a:xfrm>
            <a:off x="922254" y="3230011"/>
            <a:ext cx="1892400" cy="7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Char char="●"/>
              <a:defRPr sz="15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09" name="Google Shape;209;p16"/>
          <p:cNvSpPr txBox="1"/>
          <p:nvPr>
            <p:ph idx="2" type="title"/>
          </p:nvPr>
        </p:nvSpPr>
        <p:spPr>
          <a:xfrm>
            <a:off x="3535624" y="2625075"/>
            <a:ext cx="1894800" cy="491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10" name="Google Shape;210;p16"/>
          <p:cNvSpPr txBox="1"/>
          <p:nvPr>
            <p:ph idx="3" type="subTitle"/>
          </p:nvPr>
        </p:nvSpPr>
        <p:spPr>
          <a:xfrm>
            <a:off x="3535624" y="3230013"/>
            <a:ext cx="1894800" cy="7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Char char="●"/>
              <a:defRPr sz="15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11" name="Google Shape;211;p16"/>
          <p:cNvSpPr txBox="1"/>
          <p:nvPr>
            <p:ph idx="4" type="title"/>
          </p:nvPr>
        </p:nvSpPr>
        <p:spPr>
          <a:xfrm>
            <a:off x="6151396" y="2623175"/>
            <a:ext cx="1892400" cy="491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12" name="Google Shape;212;p16"/>
          <p:cNvSpPr txBox="1"/>
          <p:nvPr>
            <p:ph idx="5" type="subTitle"/>
          </p:nvPr>
        </p:nvSpPr>
        <p:spPr>
          <a:xfrm>
            <a:off x="6151396" y="3228113"/>
            <a:ext cx="1892400" cy="7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Char char="●"/>
              <a:defRPr sz="15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13" name="Google Shape;213;p16"/>
          <p:cNvSpPr txBox="1"/>
          <p:nvPr>
            <p:ph idx="6"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4" name="Google Shape;214;p16"/>
          <p:cNvSpPr/>
          <p:nvPr/>
        </p:nvSpPr>
        <p:spPr>
          <a:xfrm flipH="1">
            <a:off x="-222265" y="4373766"/>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flipH="1">
            <a:off x="8430736" y="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
          <p:cNvSpPr/>
          <p:nvPr/>
        </p:nvSpPr>
        <p:spPr>
          <a:xfrm flipH="1">
            <a:off x="-466875" y="206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flipH="1">
            <a:off x="7651236" y="4815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flipH="1">
            <a:off x="-952832" y="65640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flipH="1">
            <a:off x="8900668" y="25217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 name="Google Shape;220;p16"/>
          <p:cNvGrpSpPr/>
          <p:nvPr/>
        </p:nvGrpSpPr>
        <p:grpSpPr>
          <a:xfrm flipH="1">
            <a:off x="4886351" y="4720557"/>
            <a:ext cx="1265051" cy="1265051"/>
            <a:chOff x="3912750" y="637550"/>
            <a:chExt cx="947533" cy="947533"/>
          </a:xfrm>
        </p:grpSpPr>
        <p:sp>
          <p:nvSpPr>
            <p:cNvPr id="221" name="Google Shape;221;p1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30">
    <p:spTree>
      <p:nvGrpSpPr>
        <p:cNvPr id="223" name="Shape 223"/>
        <p:cNvGrpSpPr/>
        <p:nvPr/>
      </p:nvGrpSpPr>
      <p:grpSpPr>
        <a:xfrm>
          <a:off x="0" y="0"/>
          <a:ext cx="0" cy="0"/>
          <a:chOff x="0" y="0"/>
          <a:chExt cx="0" cy="0"/>
        </a:xfrm>
      </p:grpSpPr>
      <p:sp>
        <p:nvSpPr>
          <p:cNvPr id="224" name="Google Shape;224;p1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7"/>
          <p:cNvSpPr/>
          <p:nvPr/>
        </p:nvSpPr>
        <p:spPr>
          <a:xfrm rot="-613286">
            <a:off x="4362205" y="-109768"/>
            <a:ext cx="6411529" cy="6132281"/>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7"/>
          <p:cNvSpPr txBox="1"/>
          <p:nvPr>
            <p:ph type="title"/>
          </p:nvPr>
        </p:nvSpPr>
        <p:spPr>
          <a:xfrm>
            <a:off x="3403083" y="2033125"/>
            <a:ext cx="1698600" cy="491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27" name="Google Shape;227;p17"/>
          <p:cNvSpPr txBox="1"/>
          <p:nvPr>
            <p:ph idx="1" type="subTitle"/>
          </p:nvPr>
        </p:nvSpPr>
        <p:spPr>
          <a:xfrm>
            <a:off x="5101675" y="2033125"/>
            <a:ext cx="3387000" cy="49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28" name="Google Shape;228;p17"/>
          <p:cNvSpPr txBox="1"/>
          <p:nvPr>
            <p:ph idx="2" type="title"/>
          </p:nvPr>
        </p:nvSpPr>
        <p:spPr>
          <a:xfrm>
            <a:off x="3400925" y="2721475"/>
            <a:ext cx="1700700" cy="491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29" name="Google Shape;229;p17"/>
          <p:cNvSpPr txBox="1"/>
          <p:nvPr>
            <p:ph idx="3" type="subTitle"/>
          </p:nvPr>
        </p:nvSpPr>
        <p:spPr>
          <a:xfrm>
            <a:off x="5101675" y="2721475"/>
            <a:ext cx="3387000" cy="49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30" name="Google Shape;230;p17"/>
          <p:cNvSpPr txBox="1"/>
          <p:nvPr>
            <p:ph idx="4" type="title"/>
          </p:nvPr>
        </p:nvSpPr>
        <p:spPr>
          <a:xfrm>
            <a:off x="3401999" y="3415050"/>
            <a:ext cx="1698600" cy="491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31" name="Google Shape;231;p17"/>
          <p:cNvSpPr txBox="1"/>
          <p:nvPr>
            <p:ph idx="5" type="subTitle"/>
          </p:nvPr>
        </p:nvSpPr>
        <p:spPr>
          <a:xfrm>
            <a:off x="5101675" y="3404550"/>
            <a:ext cx="3387000" cy="51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32" name="Google Shape;232;p17"/>
          <p:cNvSpPr txBox="1"/>
          <p:nvPr>
            <p:ph idx="6"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3" name="Google Shape;233;p17"/>
          <p:cNvSpPr/>
          <p:nvPr/>
        </p:nvSpPr>
        <p:spPr>
          <a:xfrm>
            <a:off x="13623" y="458765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7"/>
          <p:cNvSpPr/>
          <p:nvPr/>
        </p:nvSpPr>
        <p:spPr>
          <a:xfrm>
            <a:off x="2861435" y="494199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7"/>
          <p:cNvSpPr/>
          <p:nvPr/>
        </p:nvSpPr>
        <p:spPr>
          <a:xfrm>
            <a:off x="8265511" y="-40252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17"/>
          <p:cNvGrpSpPr/>
          <p:nvPr/>
        </p:nvGrpSpPr>
        <p:grpSpPr>
          <a:xfrm>
            <a:off x="-234300" y="637550"/>
            <a:ext cx="947533" cy="947533"/>
            <a:chOff x="3912750" y="637550"/>
            <a:chExt cx="947533" cy="947533"/>
          </a:xfrm>
        </p:grpSpPr>
        <p:sp>
          <p:nvSpPr>
            <p:cNvPr id="237" name="Google Shape;237;p1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 name="Google Shape;239;p17"/>
          <p:cNvSpPr/>
          <p:nvPr/>
        </p:nvSpPr>
        <p:spPr>
          <a:xfrm>
            <a:off x="6099475" y="47917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flipH="1" rot="8100000">
            <a:off x="-5159185" y="3273313"/>
            <a:ext cx="7437668" cy="3930898"/>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2">
    <p:spTree>
      <p:nvGrpSpPr>
        <p:cNvPr id="241" name="Shape 241"/>
        <p:cNvGrpSpPr/>
        <p:nvPr/>
      </p:nvGrpSpPr>
      <p:grpSpPr>
        <a:xfrm>
          <a:off x="0" y="0"/>
          <a:ext cx="0" cy="0"/>
          <a:chOff x="0" y="0"/>
          <a:chExt cx="0" cy="0"/>
        </a:xfrm>
      </p:grpSpPr>
      <p:sp>
        <p:nvSpPr>
          <p:cNvPr id="242" name="Google Shape;242;p18"/>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
          <p:cNvSpPr/>
          <p:nvPr/>
        </p:nvSpPr>
        <p:spPr>
          <a:xfrm flipH="1">
            <a:off x="1277285" y="2213150"/>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txBox="1"/>
          <p:nvPr>
            <p:ph type="title"/>
          </p:nvPr>
        </p:nvSpPr>
        <p:spPr>
          <a:xfrm>
            <a:off x="821350" y="2706000"/>
            <a:ext cx="1745400" cy="461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5" name="Google Shape;245;p18"/>
          <p:cNvSpPr txBox="1"/>
          <p:nvPr>
            <p:ph idx="2" type="title"/>
          </p:nvPr>
        </p:nvSpPr>
        <p:spPr>
          <a:xfrm>
            <a:off x="2739967" y="2706000"/>
            <a:ext cx="1745400" cy="461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6" name="Google Shape;246;p18"/>
          <p:cNvSpPr txBox="1"/>
          <p:nvPr>
            <p:ph idx="3" type="title"/>
          </p:nvPr>
        </p:nvSpPr>
        <p:spPr>
          <a:xfrm>
            <a:off x="4658583" y="2706000"/>
            <a:ext cx="1745400" cy="461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7" name="Google Shape;247;p18"/>
          <p:cNvSpPr txBox="1"/>
          <p:nvPr>
            <p:ph idx="4" type="title"/>
          </p:nvPr>
        </p:nvSpPr>
        <p:spPr>
          <a:xfrm>
            <a:off x="6577200" y="2706000"/>
            <a:ext cx="1745400" cy="46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8" name="Google Shape;248;p18"/>
          <p:cNvSpPr txBox="1"/>
          <p:nvPr>
            <p:ph idx="1" type="subTitle"/>
          </p:nvPr>
        </p:nvSpPr>
        <p:spPr>
          <a:xfrm>
            <a:off x="779800" y="3317074"/>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49" name="Google Shape;249;p18"/>
          <p:cNvSpPr txBox="1"/>
          <p:nvPr>
            <p:ph idx="5" type="subTitle"/>
          </p:nvPr>
        </p:nvSpPr>
        <p:spPr>
          <a:xfrm>
            <a:off x="2698417" y="3317085"/>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50" name="Google Shape;250;p18"/>
          <p:cNvSpPr txBox="1"/>
          <p:nvPr>
            <p:ph idx="6" type="subTitle"/>
          </p:nvPr>
        </p:nvSpPr>
        <p:spPr>
          <a:xfrm>
            <a:off x="4617033" y="3317085"/>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51" name="Google Shape;251;p18"/>
          <p:cNvSpPr txBox="1"/>
          <p:nvPr>
            <p:ph idx="7" type="subTitle"/>
          </p:nvPr>
        </p:nvSpPr>
        <p:spPr>
          <a:xfrm>
            <a:off x="6535650" y="3317084"/>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52" name="Google Shape;252;p18"/>
          <p:cNvSpPr txBox="1"/>
          <p:nvPr>
            <p:ph idx="8"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3" name="Google Shape;253;p18"/>
          <p:cNvSpPr/>
          <p:nvPr/>
        </p:nvSpPr>
        <p:spPr>
          <a:xfrm flipH="1" rot="10800000">
            <a:off x="172253" y="42394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
          <p:cNvSpPr/>
          <p:nvPr/>
        </p:nvSpPr>
        <p:spPr>
          <a:xfrm flipH="1" rot="10800000">
            <a:off x="7870940" y="465296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
          <p:cNvSpPr/>
          <p:nvPr/>
        </p:nvSpPr>
        <p:spPr>
          <a:xfrm flipH="1" rot="10800000">
            <a:off x="1463812" y="46529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8"/>
          <p:cNvSpPr/>
          <p:nvPr/>
        </p:nvSpPr>
        <p:spPr>
          <a:xfrm flipH="1" rot="10800000">
            <a:off x="2739179" y="-109056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8"/>
          <p:cNvSpPr/>
          <p:nvPr/>
        </p:nvSpPr>
        <p:spPr>
          <a:xfrm rot="10800000">
            <a:off x="8579147" y="-1"/>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 name="Google Shape;258;p18"/>
          <p:cNvGrpSpPr/>
          <p:nvPr/>
        </p:nvGrpSpPr>
        <p:grpSpPr>
          <a:xfrm rot="10800000">
            <a:off x="-700240" y="2410654"/>
            <a:ext cx="1265051" cy="1265051"/>
            <a:chOff x="3912750" y="637550"/>
            <a:chExt cx="947533" cy="947533"/>
          </a:xfrm>
        </p:grpSpPr>
        <p:sp>
          <p:nvSpPr>
            <p:cNvPr id="259" name="Google Shape;259;p1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3">
    <p:spTree>
      <p:nvGrpSpPr>
        <p:cNvPr id="261" name="Shape 261"/>
        <p:cNvGrpSpPr/>
        <p:nvPr/>
      </p:nvGrpSpPr>
      <p:grpSpPr>
        <a:xfrm>
          <a:off x="0" y="0"/>
          <a:ext cx="0" cy="0"/>
          <a:chOff x="0" y="0"/>
          <a:chExt cx="0" cy="0"/>
        </a:xfrm>
      </p:grpSpPr>
      <p:sp>
        <p:nvSpPr>
          <p:cNvPr id="262" name="Google Shape;262;p1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flipH="1" rot="-10647322">
            <a:off x="-312023" y="-681653"/>
            <a:ext cx="9221569" cy="605769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txBox="1"/>
          <p:nvPr>
            <p:ph type="title"/>
          </p:nvPr>
        </p:nvSpPr>
        <p:spPr>
          <a:xfrm>
            <a:off x="1248453" y="1612465"/>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5" name="Google Shape;265;p19"/>
          <p:cNvSpPr txBox="1"/>
          <p:nvPr>
            <p:ph idx="2" type="title"/>
          </p:nvPr>
        </p:nvSpPr>
        <p:spPr>
          <a:xfrm>
            <a:off x="4009553" y="1612665"/>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6" name="Google Shape;266;p19"/>
          <p:cNvSpPr txBox="1"/>
          <p:nvPr>
            <p:ph idx="3" type="title"/>
          </p:nvPr>
        </p:nvSpPr>
        <p:spPr>
          <a:xfrm>
            <a:off x="6868285" y="1612465"/>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7" name="Google Shape;267;p19"/>
          <p:cNvSpPr txBox="1"/>
          <p:nvPr>
            <p:ph idx="4" type="title"/>
          </p:nvPr>
        </p:nvSpPr>
        <p:spPr>
          <a:xfrm>
            <a:off x="1205403" y="3331637"/>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8" name="Google Shape;268;p19"/>
          <p:cNvSpPr txBox="1"/>
          <p:nvPr>
            <p:ph idx="5" type="title"/>
          </p:nvPr>
        </p:nvSpPr>
        <p:spPr>
          <a:xfrm>
            <a:off x="4009553" y="3331812"/>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9" name="Google Shape;269;p19"/>
          <p:cNvSpPr txBox="1"/>
          <p:nvPr>
            <p:ph idx="6" type="title"/>
          </p:nvPr>
        </p:nvSpPr>
        <p:spPr>
          <a:xfrm>
            <a:off x="6868285" y="3331637"/>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70" name="Google Shape;270;p19"/>
          <p:cNvSpPr txBox="1"/>
          <p:nvPr>
            <p:ph idx="1" type="subTitle"/>
          </p:nvPr>
        </p:nvSpPr>
        <p:spPr>
          <a:xfrm>
            <a:off x="1248450" y="1965088"/>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1" name="Google Shape;271;p19"/>
          <p:cNvSpPr txBox="1"/>
          <p:nvPr>
            <p:ph idx="7" type="subTitle"/>
          </p:nvPr>
        </p:nvSpPr>
        <p:spPr>
          <a:xfrm>
            <a:off x="4009553" y="1965413"/>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2" name="Google Shape;272;p19"/>
          <p:cNvSpPr txBox="1"/>
          <p:nvPr>
            <p:ph idx="8" type="subTitle"/>
          </p:nvPr>
        </p:nvSpPr>
        <p:spPr>
          <a:xfrm>
            <a:off x="6868285" y="1965213"/>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3" name="Google Shape;273;p19"/>
          <p:cNvSpPr txBox="1"/>
          <p:nvPr>
            <p:ph idx="9" type="subTitle"/>
          </p:nvPr>
        </p:nvSpPr>
        <p:spPr>
          <a:xfrm>
            <a:off x="1205400" y="3688387"/>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4" name="Google Shape;274;p19"/>
          <p:cNvSpPr txBox="1"/>
          <p:nvPr>
            <p:ph idx="13" type="subTitle"/>
          </p:nvPr>
        </p:nvSpPr>
        <p:spPr>
          <a:xfrm>
            <a:off x="4009553" y="3688387"/>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5" name="Google Shape;275;p19"/>
          <p:cNvSpPr txBox="1"/>
          <p:nvPr>
            <p:ph idx="14" type="subTitle"/>
          </p:nvPr>
        </p:nvSpPr>
        <p:spPr>
          <a:xfrm>
            <a:off x="6868285" y="3688212"/>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6" name="Google Shape;276;p19"/>
          <p:cNvSpPr txBox="1"/>
          <p:nvPr>
            <p:ph idx="15"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7" name="Google Shape;277;p19"/>
          <p:cNvSpPr/>
          <p:nvPr/>
        </p:nvSpPr>
        <p:spPr>
          <a:xfrm rot="10800000">
            <a:off x="8573214" y="475029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rot="10800000">
            <a:off x="-62397" y="450896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rot="10800000">
            <a:off x="4693838" y="47504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rot="10800000">
            <a:off x="2111321" y="-117286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flipH="1" rot="10800000">
            <a:off x="-535640" y="332974"/>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19"/>
          <p:cNvGrpSpPr/>
          <p:nvPr/>
        </p:nvGrpSpPr>
        <p:grpSpPr>
          <a:xfrm flipH="1" rot="10800000">
            <a:off x="8136984" y="-220359"/>
            <a:ext cx="1265051" cy="1265051"/>
            <a:chOff x="3912750" y="637550"/>
            <a:chExt cx="947533" cy="947533"/>
          </a:xfrm>
        </p:grpSpPr>
        <p:sp>
          <p:nvSpPr>
            <p:cNvPr id="283" name="Google Shape;283;p1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4">
    <p:spTree>
      <p:nvGrpSpPr>
        <p:cNvPr id="285" name="Shape 285"/>
        <p:cNvGrpSpPr/>
        <p:nvPr/>
      </p:nvGrpSpPr>
      <p:grpSpPr>
        <a:xfrm>
          <a:off x="0" y="0"/>
          <a:ext cx="0" cy="0"/>
          <a:chOff x="0" y="0"/>
          <a:chExt cx="0" cy="0"/>
        </a:xfrm>
      </p:grpSpPr>
      <p:sp>
        <p:nvSpPr>
          <p:cNvPr id="286" name="Google Shape;286;p20"/>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txBox="1"/>
          <p:nvPr>
            <p:ph type="title"/>
          </p:nvPr>
        </p:nvSpPr>
        <p:spPr>
          <a:xfrm>
            <a:off x="660413" y="3042796"/>
            <a:ext cx="37866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88" name="Google Shape;288;p20"/>
          <p:cNvSpPr txBox="1"/>
          <p:nvPr>
            <p:ph hasCustomPrompt="1" idx="2" type="title"/>
          </p:nvPr>
        </p:nvSpPr>
        <p:spPr>
          <a:xfrm>
            <a:off x="660413" y="1166845"/>
            <a:ext cx="3786600" cy="1216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89" name="Google Shape;289;p20"/>
          <p:cNvSpPr txBox="1"/>
          <p:nvPr>
            <p:ph idx="1" type="subTitle"/>
          </p:nvPr>
        </p:nvSpPr>
        <p:spPr>
          <a:xfrm>
            <a:off x="660413" y="3802300"/>
            <a:ext cx="3786600" cy="62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200"/>
              <a:buNone/>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290" name="Google Shape;290;p20"/>
          <p:cNvSpPr/>
          <p:nvPr/>
        </p:nvSpPr>
        <p:spPr>
          <a:xfrm flipH="1" rot="9593614">
            <a:off x="-3063799" y="-913641"/>
            <a:ext cx="7570919" cy="4973376"/>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0"/>
          <p:cNvSpPr/>
          <p:nvPr/>
        </p:nvSpPr>
        <p:spPr>
          <a:xfrm flipH="1" rot="10800000">
            <a:off x="-351834" y="-633000"/>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0"/>
          <p:cNvSpPr/>
          <p:nvPr/>
        </p:nvSpPr>
        <p:spPr>
          <a:xfrm flipH="1" rot="7572997">
            <a:off x="4888768" y="48095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0"/>
          <p:cNvSpPr/>
          <p:nvPr/>
        </p:nvSpPr>
        <p:spPr>
          <a:xfrm rot="10800000">
            <a:off x="3385172" y="-45788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20"/>
          <p:cNvGrpSpPr/>
          <p:nvPr/>
        </p:nvGrpSpPr>
        <p:grpSpPr>
          <a:xfrm rot="10800000">
            <a:off x="-272565" y="4402845"/>
            <a:ext cx="1265051" cy="1265051"/>
            <a:chOff x="3912750" y="637550"/>
            <a:chExt cx="947533" cy="947533"/>
          </a:xfrm>
        </p:grpSpPr>
        <p:sp>
          <p:nvSpPr>
            <p:cNvPr id="295" name="Google Shape;295;p20"/>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0"/>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20"/>
          <p:cNvSpPr/>
          <p:nvPr/>
        </p:nvSpPr>
        <p:spPr>
          <a:xfrm flipH="1" rot="-5400000">
            <a:off x="5224456" y="1108039"/>
            <a:ext cx="7437684" cy="508958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0"/>
          <p:cNvSpPr/>
          <p:nvPr/>
        </p:nvSpPr>
        <p:spPr>
          <a:xfrm flipH="1" rot="10800000">
            <a:off x="7118425" y="-548835"/>
            <a:ext cx="1255220" cy="1255186"/>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0"/>
          <p:cNvSpPr/>
          <p:nvPr/>
        </p:nvSpPr>
        <p:spPr>
          <a:xfrm flipH="1" rot="7572997">
            <a:off x="7995443" y="3655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31">
    <p:spTree>
      <p:nvGrpSpPr>
        <p:cNvPr id="300" name="Shape 300"/>
        <p:cNvGrpSpPr/>
        <p:nvPr/>
      </p:nvGrpSpPr>
      <p:grpSpPr>
        <a:xfrm>
          <a:off x="0" y="0"/>
          <a:ext cx="0" cy="0"/>
          <a:chOff x="0" y="0"/>
          <a:chExt cx="0" cy="0"/>
        </a:xfrm>
      </p:grpSpPr>
      <p:sp>
        <p:nvSpPr>
          <p:cNvPr id="301" name="Google Shape;301;p2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1"/>
          <p:cNvSpPr/>
          <p:nvPr/>
        </p:nvSpPr>
        <p:spPr>
          <a:xfrm flipH="1" rot="152678">
            <a:off x="423099" y="-382664"/>
            <a:ext cx="9221569" cy="605769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
          <p:cNvSpPr txBox="1"/>
          <p:nvPr>
            <p:ph type="title"/>
          </p:nvPr>
        </p:nvSpPr>
        <p:spPr>
          <a:xfrm>
            <a:off x="3622990" y="1807388"/>
            <a:ext cx="49812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04" name="Google Shape;304;p21"/>
          <p:cNvSpPr txBox="1"/>
          <p:nvPr>
            <p:ph hasCustomPrompt="1" idx="2" type="title"/>
          </p:nvPr>
        </p:nvSpPr>
        <p:spPr>
          <a:xfrm>
            <a:off x="876150" y="1963501"/>
            <a:ext cx="2505600" cy="1216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5" name="Google Shape;305;p21"/>
          <p:cNvSpPr txBox="1"/>
          <p:nvPr>
            <p:ph idx="1" type="subTitle"/>
          </p:nvPr>
        </p:nvSpPr>
        <p:spPr>
          <a:xfrm>
            <a:off x="3622990" y="2712713"/>
            <a:ext cx="4981200" cy="62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200"/>
              <a:buNone/>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06" name="Google Shape;306;p21"/>
          <p:cNvSpPr/>
          <p:nvPr/>
        </p:nvSpPr>
        <p:spPr>
          <a:xfrm>
            <a:off x="205428" y="265022"/>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p:nvPr/>
        </p:nvSpPr>
        <p:spPr>
          <a:xfrm>
            <a:off x="8033415" y="2791322"/>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p:nvPr/>
        </p:nvSpPr>
        <p:spPr>
          <a:xfrm>
            <a:off x="4783537" y="-58437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1"/>
          <p:cNvSpPr/>
          <p:nvPr/>
        </p:nvSpPr>
        <p:spPr>
          <a:xfrm>
            <a:off x="4493304" y="454881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1"/>
          <p:cNvSpPr/>
          <p:nvPr/>
        </p:nvSpPr>
        <p:spPr>
          <a:xfrm flipH="1">
            <a:off x="7662222" y="4772218"/>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 name="Google Shape;311;p21"/>
          <p:cNvGrpSpPr/>
          <p:nvPr/>
        </p:nvGrpSpPr>
        <p:grpSpPr>
          <a:xfrm flipH="1">
            <a:off x="1123410" y="-420787"/>
            <a:ext cx="1265051" cy="1265051"/>
            <a:chOff x="3912750" y="637550"/>
            <a:chExt cx="947533" cy="947533"/>
          </a:xfrm>
        </p:grpSpPr>
        <p:sp>
          <p:nvSpPr>
            <p:cNvPr id="312" name="Google Shape;312;p2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4">
    <p:spTree>
      <p:nvGrpSpPr>
        <p:cNvPr id="314" name="Shape 314"/>
        <p:cNvGrpSpPr/>
        <p:nvPr/>
      </p:nvGrpSpPr>
      <p:grpSpPr>
        <a:xfrm>
          <a:off x="0" y="0"/>
          <a:ext cx="0" cy="0"/>
          <a:chOff x="0" y="0"/>
          <a:chExt cx="0" cy="0"/>
        </a:xfrm>
      </p:grpSpPr>
      <p:sp>
        <p:nvSpPr>
          <p:cNvPr id="315" name="Google Shape;315;p22"/>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flipH="1" rot="152678">
            <a:off x="-43151" y="-681653"/>
            <a:ext cx="9221569" cy="605769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2"/>
          <p:cNvSpPr/>
          <p:nvPr/>
        </p:nvSpPr>
        <p:spPr>
          <a:xfrm flipH="1" rot="10800000">
            <a:off x="-87747" y="397884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flipH="1" rot="10800000">
            <a:off x="4774540" y="491736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2"/>
          <p:cNvSpPr/>
          <p:nvPr/>
        </p:nvSpPr>
        <p:spPr>
          <a:xfrm flipH="1" rot="10800000">
            <a:off x="8316312" y="45703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p:nvPr/>
        </p:nvSpPr>
        <p:spPr>
          <a:xfrm flipH="1" rot="10800000">
            <a:off x="1837279" y="-12409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rot="10800000">
            <a:off x="8477122" y="1127124"/>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 name="Google Shape;323;p22"/>
          <p:cNvGrpSpPr/>
          <p:nvPr/>
        </p:nvGrpSpPr>
        <p:grpSpPr>
          <a:xfrm rot="10800000">
            <a:off x="-535615" y="1254491"/>
            <a:ext cx="1265051" cy="1265051"/>
            <a:chOff x="3912750" y="637550"/>
            <a:chExt cx="947533" cy="947533"/>
          </a:xfrm>
        </p:grpSpPr>
        <p:sp>
          <p:nvSpPr>
            <p:cNvPr id="324" name="Google Shape;324;p22"/>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
    <p:spTree>
      <p:nvGrpSpPr>
        <p:cNvPr id="326" name="Shape 326"/>
        <p:cNvGrpSpPr/>
        <p:nvPr/>
      </p:nvGrpSpPr>
      <p:grpSpPr>
        <a:xfrm>
          <a:off x="0" y="0"/>
          <a:ext cx="0" cy="0"/>
          <a:chOff x="0" y="0"/>
          <a:chExt cx="0" cy="0"/>
        </a:xfrm>
      </p:grpSpPr>
      <p:sp>
        <p:nvSpPr>
          <p:cNvPr id="327" name="Google Shape;327;p2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flipH="1">
            <a:off x="3438223" y="1103926"/>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flipH="1" rot="10800000">
            <a:off x="-3537086" y="-12555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8430736" y="4582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414424" y="461125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3"/>
          <p:cNvSpPr/>
          <p:nvPr/>
        </p:nvSpPr>
        <p:spPr>
          <a:xfrm>
            <a:off x="-912500" y="-6600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3"/>
          <p:cNvSpPr/>
          <p:nvPr/>
        </p:nvSpPr>
        <p:spPr>
          <a:xfrm>
            <a:off x="8632874" y="36541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4" name="Google Shape;334;p23"/>
          <p:cNvGrpSpPr/>
          <p:nvPr/>
        </p:nvGrpSpPr>
        <p:grpSpPr>
          <a:xfrm>
            <a:off x="-533111" y="2954875"/>
            <a:ext cx="947533" cy="947533"/>
            <a:chOff x="3912750" y="637550"/>
            <a:chExt cx="947533" cy="947533"/>
          </a:xfrm>
        </p:grpSpPr>
        <p:sp>
          <p:nvSpPr>
            <p:cNvPr id="335" name="Google Shape;335;p2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23"/>
          <p:cNvSpPr/>
          <p:nvPr/>
        </p:nvSpPr>
        <p:spPr>
          <a:xfrm>
            <a:off x="3070214" y="46729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
    <p:spTree>
      <p:nvGrpSpPr>
        <p:cNvPr id="339" name="Shape 339"/>
        <p:cNvGrpSpPr/>
        <p:nvPr/>
      </p:nvGrpSpPr>
      <p:grpSpPr>
        <a:xfrm>
          <a:off x="0" y="0"/>
          <a:ext cx="0" cy="0"/>
          <a:chOff x="0" y="0"/>
          <a:chExt cx="0" cy="0"/>
        </a:xfrm>
      </p:grpSpPr>
      <p:sp>
        <p:nvSpPr>
          <p:cNvPr id="340" name="Google Shape;340;p2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flipH="1" rot="10800000">
            <a:off x="145664" y="-97602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
          <p:cNvSpPr/>
          <p:nvPr/>
        </p:nvSpPr>
        <p:spPr>
          <a:xfrm>
            <a:off x="8513036" y="500502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
          <p:cNvSpPr/>
          <p:nvPr/>
        </p:nvSpPr>
        <p:spPr>
          <a:xfrm>
            <a:off x="-246876" y="461125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4"/>
          <p:cNvSpPr/>
          <p:nvPr/>
        </p:nvSpPr>
        <p:spPr>
          <a:xfrm>
            <a:off x="8879750" y="18599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4"/>
          <p:cNvSpPr/>
          <p:nvPr/>
        </p:nvSpPr>
        <p:spPr>
          <a:xfrm>
            <a:off x="145674" y="26424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 name="Google Shape;346;p24"/>
          <p:cNvGrpSpPr/>
          <p:nvPr/>
        </p:nvGrpSpPr>
        <p:grpSpPr>
          <a:xfrm>
            <a:off x="8605714" y="-289525"/>
            <a:ext cx="947533" cy="947533"/>
            <a:chOff x="3912750" y="637550"/>
            <a:chExt cx="947533" cy="947533"/>
          </a:xfrm>
        </p:grpSpPr>
        <p:sp>
          <p:nvSpPr>
            <p:cNvPr id="347" name="Google Shape;347;p2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 name="Google Shape;349;p24"/>
          <p:cNvSpPr/>
          <p:nvPr/>
        </p:nvSpPr>
        <p:spPr>
          <a:xfrm>
            <a:off x="2267814" y="488371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4"/>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3">
    <p:spTree>
      <p:nvGrpSpPr>
        <p:cNvPr id="351" name="Shape 351"/>
        <p:cNvGrpSpPr/>
        <p:nvPr/>
      </p:nvGrpSpPr>
      <p:grpSpPr>
        <a:xfrm>
          <a:off x="0" y="0"/>
          <a:ext cx="0" cy="0"/>
          <a:chOff x="0" y="0"/>
          <a:chExt cx="0" cy="0"/>
        </a:xfrm>
      </p:grpSpPr>
      <p:sp>
        <p:nvSpPr>
          <p:cNvPr id="352" name="Google Shape;352;p2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5"/>
          <p:cNvSpPr/>
          <p:nvPr/>
        </p:nvSpPr>
        <p:spPr>
          <a:xfrm flipH="1" rot="4624433">
            <a:off x="-2425894" y="876374"/>
            <a:ext cx="7570803" cy="497330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5"/>
          <p:cNvSpPr/>
          <p:nvPr/>
        </p:nvSpPr>
        <p:spPr>
          <a:xfrm flipH="1" rot="10800000">
            <a:off x="-431084" y="4323613"/>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flipH="1" rot="7572997">
            <a:off x="-262007" y="29990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rot="10800000">
            <a:off x="7118422" y="450044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 name="Google Shape;357;p25"/>
          <p:cNvGrpSpPr/>
          <p:nvPr/>
        </p:nvGrpSpPr>
        <p:grpSpPr>
          <a:xfrm rot="10800000">
            <a:off x="-351815" y="366445"/>
            <a:ext cx="1265051" cy="1265051"/>
            <a:chOff x="3912750" y="637550"/>
            <a:chExt cx="947533" cy="947533"/>
          </a:xfrm>
        </p:grpSpPr>
        <p:sp>
          <p:nvSpPr>
            <p:cNvPr id="358" name="Google Shape;358;p2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 name="Google Shape;360;p25"/>
          <p:cNvSpPr/>
          <p:nvPr/>
        </p:nvSpPr>
        <p:spPr>
          <a:xfrm flipH="1" rot="-8883125">
            <a:off x="5203903" y="26969"/>
            <a:ext cx="7437657" cy="508955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5"/>
          <p:cNvSpPr/>
          <p:nvPr/>
        </p:nvSpPr>
        <p:spPr>
          <a:xfrm flipH="1" rot="-9548220">
            <a:off x="7869421" y="136582"/>
            <a:ext cx="1255268" cy="1255234"/>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5"/>
          <p:cNvSpPr/>
          <p:nvPr/>
        </p:nvSpPr>
        <p:spPr>
          <a:xfrm flipH="1" rot="8824802">
            <a:off x="8532716" y="1186600"/>
            <a:ext cx="451688" cy="45172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24">
    <p:spTree>
      <p:nvGrpSpPr>
        <p:cNvPr id="364" name="Shape 364"/>
        <p:cNvGrpSpPr/>
        <p:nvPr/>
      </p:nvGrpSpPr>
      <p:grpSpPr>
        <a:xfrm>
          <a:off x="0" y="0"/>
          <a:ext cx="0" cy="0"/>
          <a:chOff x="0" y="0"/>
          <a:chExt cx="0" cy="0"/>
        </a:xfrm>
      </p:grpSpPr>
      <p:sp>
        <p:nvSpPr>
          <p:cNvPr id="365" name="Google Shape;365;p2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6"/>
          <p:cNvSpPr/>
          <p:nvPr/>
        </p:nvSpPr>
        <p:spPr>
          <a:xfrm rot="-8493879">
            <a:off x="3645057" y="-1125988"/>
            <a:ext cx="7437821" cy="393097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6"/>
          <p:cNvSpPr/>
          <p:nvPr/>
        </p:nvSpPr>
        <p:spPr>
          <a:xfrm flipH="1">
            <a:off x="-3394072" y="4582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6"/>
          <p:cNvSpPr/>
          <p:nvPr/>
        </p:nvSpPr>
        <p:spPr>
          <a:xfrm flipH="1">
            <a:off x="3467514" y="46908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6"/>
          <p:cNvSpPr/>
          <p:nvPr/>
        </p:nvSpPr>
        <p:spPr>
          <a:xfrm flipH="1">
            <a:off x="-710354" y="92154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
          <p:cNvSpPr/>
          <p:nvPr/>
        </p:nvSpPr>
        <p:spPr>
          <a:xfrm flipH="1">
            <a:off x="-3537086" y="36541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1" name="Google Shape;371;p26"/>
          <p:cNvGrpSpPr/>
          <p:nvPr/>
        </p:nvGrpSpPr>
        <p:grpSpPr>
          <a:xfrm flipH="1">
            <a:off x="239045" y="3921850"/>
            <a:ext cx="947533" cy="947533"/>
            <a:chOff x="3912750" y="637550"/>
            <a:chExt cx="947533" cy="947533"/>
          </a:xfrm>
        </p:grpSpPr>
        <p:sp>
          <p:nvSpPr>
            <p:cNvPr id="372" name="Google Shape;372;p2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26"/>
          <p:cNvSpPr/>
          <p:nvPr/>
        </p:nvSpPr>
        <p:spPr>
          <a:xfrm flipH="1">
            <a:off x="8740721" y="10210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6"/>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6" name="Google Shape;376;p26"/>
          <p:cNvSpPr/>
          <p:nvPr/>
        </p:nvSpPr>
        <p:spPr>
          <a:xfrm flipH="1">
            <a:off x="7680205" y="4518343"/>
            <a:ext cx="1060519" cy="1060490"/>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25">
    <p:spTree>
      <p:nvGrpSpPr>
        <p:cNvPr id="377" name="Shape 377"/>
        <p:cNvGrpSpPr/>
        <p:nvPr/>
      </p:nvGrpSpPr>
      <p:grpSpPr>
        <a:xfrm>
          <a:off x="0" y="0"/>
          <a:ext cx="0" cy="0"/>
          <a:chOff x="0" y="0"/>
          <a:chExt cx="0" cy="0"/>
        </a:xfrm>
      </p:grpSpPr>
      <p:sp>
        <p:nvSpPr>
          <p:cNvPr id="378" name="Google Shape;378;p2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flipH="1" rot="-2700000">
            <a:off x="3719835" y="491275"/>
            <a:ext cx="7570871" cy="4973344"/>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flipH="1" rot="6120395">
            <a:off x="-3108134" y="-506771"/>
            <a:ext cx="7437662" cy="393089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a:off x="8430736" y="415952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105326" y="44492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1129575" y="444927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8038174" y="-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 name="Google Shape;385;p27"/>
          <p:cNvGrpSpPr/>
          <p:nvPr/>
        </p:nvGrpSpPr>
        <p:grpSpPr>
          <a:xfrm>
            <a:off x="8632864" y="1246850"/>
            <a:ext cx="947533" cy="947533"/>
            <a:chOff x="3912750" y="637550"/>
            <a:chExt cx="947533" cy="947533"/>
          </a:xfrm>
        </p:grpSpPr>
        <p:sp>
          <p:nvSpPr>
            <p:cNvPr id="386" name="Google Shape;386;p2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8" name="Google Shape;388;p27"/>
          <p:cNvSpPr/>
          <p:nvPr/>
        </p:nvSpPr>
        <p:spPr>
          <a:xfrm>
            <a:off x="-405911" y="759175"/>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29">
    <p:spTree>
      <p:nvGrpSpPr>
        <p:cNvPr id="390" name="Shape 390"/>
        <p:cNvGrpSpPr/>
        <p:nvPr/>
      </p:nvGrpSpPr>
      <p:grpSpPr>
        <a:xfrm>
          <a:off x="0" y="0"/>
          <a:ext cx="0" cy="0"/>
          <a:chOff x="0" y="0"/>
          <a:chExt cx="0" cy="0"/>
        </a:xfrm>
      </p:grpSpPr>
      <p:sp>
        <p:nvSpPr>
          <p:cNvPr id="391" name="Google Shape;391;p28"/>
          <p:cNvSpPr/>
          <p:nvPr/>
        </p:nvSpPr>
        <p:spPr>
          <a:xfrm rot="10612777">
            <a:off x="-963410" y="-684046"/>
            <a:ext cx="7437600" cy="5089553"/>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8"/>
          <p:cNvSpPr/>
          <p:nvPr/>
        </p:nvSpPr>
        <p:spPr>
          <a:xfrm rot="-4624433">
            <a:off x="4395026" y="876374"/>
            <a:ext cx="7570803" cy="497330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8"/>
          <p:cNvSpPr/>
          <p:nvPr/>
        </p:nvSpPr>
        <p:spPr>
          <a:xfrm rot="10800000">
            <a:off x="-437727" y="4845463"/>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8"/>
          <p:cNvSpPr/>
          <p:nvPr/>
        </p:nvSpPr>
        <p:spPr>
          <a:xfrm rot="-7572997">
            <a:off x="11324283" y="29990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flipH="1" rot="10800000">
            <a:off x="0" y="-30013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 name="Google Shape;396;p28"/>
          <p:cNvGrpSpPr/>
          <p:nvPr/>
        </p:nvGrpSpPr>
        <p:grpSpPr>
          <a:xfrm flipH="1" rot="10800000">
            <a:off x="10600724" y="366445"/>
            <a:ext cx="1265051" cy="1265051"/>
            <a:chOff x="3912750" y="637550"/>
            <a:chExt cx="947533" cy="947533"/>
          </a:xfrm>
        </p:grpSpPr>
        <p:sp>
          <p:nvSpPr>
            <p:cNvPr id="397" name="Google Shape;397;p2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28"/>
          <p:cNvSpPr/>
          <p:nvPr/>
        </p:nvSpPr>
        <p:spPr>
          <a:xfrm rot="-7596057">
            <a:off x="7897867" y="-49664"/>
            <a:ext cx="1255252" cy="1255218"/>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8"/>
          <p:cNvSpPr/>
          <p:nvPr/>
        </p:nvSpPr>
        <p:spPr>
          <a:xfrm rot="-4369158">
            <a:off x="7604746" y="276207"/>
            <a:ext cx="451686" cy="451725"/>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8"/>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7">
    <p:spTree>
      <p:nvGrpSpPr>
        <p:cNvPr id="402" name="Shape 402"/>
        <p:cNvGrpSpPr/>
        <p:nvPr/>
      </p:nvGrpSpPr>
      <p:grpSpPr>
        <a:xfrm>
          <a:off x="0" y="0"/>
          <a:ext cx="0" cy="0"/>
          <a:chOff x="0" y="0"/>
          <a:chExt cx="0" cy="0"/>
        </a:xfrm>
      </p:grpSpPr>
      <p:sp>
        <p:nvSpPr>
          <p:cNvPr id="403" name="Google Shape;403;p2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9"/>
          <p:cNvSpPr/>
          <p:nvPr/>
        </p:nvSpPr>
        <p:spPr>
          <a:xfrm flipH="1" rot="10800000">
            <a:off x="-1573640" y="-1828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9"/>
          <p:cNvSpPr txBox="1"/>
          <p:nvPr>
            <p:ph idx="1" type="subTitle"/>
          </p:nvPr>
        </p:nvSpPr>
        <p:spPr>
          <a:xfrm>
            <a:off x="891389" y="1585405"/>
            <a:ext cx="49377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rgbClr val="242424"/>
                </a:solidFill>
                <a:latin typeface="Anaheim"/>
                <a:ea typeface="Anaheim"/>
                <a:cs typeface="Anaheim"/>
                <a:sym typeface="Anahei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6" name="Google Shape;406;p29"/>
          <p:cNvSpPr txBox="1"/>
          <p:nvPr>
            <p:ph idx="2" type="subTitle"/>
          </p:nvPr>
        </p:nvSpPr>
        <p:spPr>
          <a:xfrm>
            <a:off x="891389" y="2805988"/>
            <a:ext cx="49377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rgbClr val="242424"/>
                </a:solidFill>
                <a:latin typeface="Anaheim"/>
                <a:ea typeface="Anaheim"/>
                <a:cs typeface="Anaheim"/>
                <a:sym typeface="Anahei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7" name="Google Shape;407;p29"/>
          <p:cNvSpPr txBox="1"/>
          <p:nvPr>
            <p:ph idx="3" type="subTitle"/>
          </p:nvPr>
        </p:nvSpPr>
        <p:spPr>
          <a:xfrm>
            <a:off x="891389" y="4049720"/>
            <a:ext cx="49377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rgbClr val="242424"/>
                </a:solidFill>
                <a:latin typeface="Anaheim"/>
                <a:ea typeface="Anaheim"/>
                <a:cs typeface="Anaheim"/>
                <a:sym typeface="Anahei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8" name="Google Shape;408;p29"/>
          <p:cNvSpPr txBox="1"/>
          <p:nvPr>
            <p:ph hasCustomPrompt="1" type="title"/>
          </p:nvPr>
        </p:nvSpPr>
        <p:spPr>
          <a:xfrm>
            <a:off x="891389" y="762275"/>
            <a:ext cx="4937700" cy="91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09" name="Google Shape;409;p29"/>
          <p:cNvSpPr txBox="1"/>
          <p:nvPr>
            <p:ph hasCustomPrompt="1" idx="4" type="title"/>
          </p:nvPr>
        </p:nvSpPr>
        <p:spPr>
          <a:xfrm>
            <a:off x="891389" y="1978035"/>
            <a:ext cx="4937700" cy="91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10" name="Google Shape;410;p29"/>
          <p:cNvSpPr txBox="1"/>
          <p:nvPr>
            <p:ph hasCustomPrompt="1" idx="5" type="title"/>
          </p:nvPr>
        </p:nvSpPr>
        <p:spPr>
          <a:xfrm>
            <a:off x="891389" y="3193795"/>
            <a:ext cx="4937700" cy="91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7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11" name="Google Shape;411;p29"/>
          <p:cNvSpPr/>
          <p:nvPr/>
        </p:nvSpPr>
        <p:spPr>
          <a:xfrm rot="10800000">
            <a:off x="4" y="-6071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9"/>
          <p:cNvSpPr/>
          <p:nvPr/>
        </p:nvSpPr>
        <p:spPr>
          <a:xfrm rot="10800000">
            <a:off x="-1070664" y="278471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9"/>
          <p:cNvSpPr/>
          <p:nvPr/>
        </p:nvSpPr>
        <p:spPr>
          <a:xfrm rot="10800000">
            <a:off x="1401218" y="483347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9"/>
          <p:cNvSpPr/>
          <p:nvPr/>
        </p:nvSpPr>
        <p:spPr>
          <a:xfrm rot="10800000">
            <a:off x="5864061" y="45419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9"/>
          <p:cNvSpPr/>
          <p:nvPr/>
        </p:nvSpPr>
        <p:spPr>
          <a:xfrm flipH="1">
            <a:off x="8204762" y="471215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29"/>
          <p:cNvGrpSpPr/>
          <p:nvPr/>
        </p:nvGrpSpPr>
        <p:grpSpPr>
          <a:xfrm flipH="1">
            <a:off x="8204744" y="-428680"/>
            <a:ext cx="1265051" cy="1265051"/>
            <a:chOff x="3912750" y="637550"/>
            <a:chExt cx="947533" cy="947533"/>
          </a:xfrm>
        </p:grpSpPr>
        <p:sp>
          <p:nvSpPr>
            <p:cNvPr id="417" name="Google Shape;417;p2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3">
    <p:spTree>
      <p:nvGrpSpPr>
        <p:cNvPr id="419" name="Shape 419"/>
        <p:cNvGrpSpPr/>
        <p:nvPr/>
      </p:nvGrpSpPr>
      <p:grpSpPr>
        <a:xfrm>
          <a:off x="0" y="0"/>
          <a:ext cx="0" cy="0"/>
          <a:chOff x="0" y="0"/>
          <a:chExt cx="0" cy="0"/>
        </a:xfrm>
      </p:grpSpPr>
      <p:sp>
        <p:nvSpPr>
          <p:cNvPr id="420" name="Google Shape;420;p30"/>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0"/>
          <p:cNvSpPr/>
          <p:nvPr/>
        </p:nvSpPr>
        <p:spPr>
          <a:xfrm flipH="1" rot="-10580869">
            <a:off x="534931" y="-786165"/>
            <a:ext cx="8757776" cy="599288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0"/>
          <p:cNvSpPr txBox="1"/>
          <p:nvPr>
            <p:ph idx="1" type="subTitle"/>
          </p:nvPr>
        </p:nvSpPr>
        <p:spPr>
          <a:xfrm>
            <a:off x="1265787" y="1718223"/>
            <a:ext cx="31014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solidFill>
                  <a:srgbClr val="24242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3" name="Google Shape;423;p30"/>
          <p:cNvSpPr txBox="1"/>
          <p:nvPr>
            <p:ph idx="2" type="subTitle"/>
          </p:nvPr>
        </p:nvSpPr>
        <p:spPr>
          <a:xfrm>
            <a:off x="4776824" y="2739375"/>
            <a:ext cx="31014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solidFill>
                  <a:srgbClr val="24242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4" name="Google Shape;424;p30"/>
          <p:cNvSpPr txBox="1"/>
          <p:nvPr>
            <p:ph idx="3" type="subTitle"/>
          </p:nvPr>
        </p:nvSpPr>
        <p:spPr>
          <a:xfrm>
            <a:off x="1419794" y="3739311"/>
            <a:ext cx="31014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solidFill>
                  <a:srgbClr val="24242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5" name="Google Shape;425;p30"/>
          <p:cNvSpPr txBox="1"/>
          <p:nvPr>
            <p:ph hasCustomPrompt="1" type="title"/>
          </p:nvPr>
        </p:nvSpPr>
        <p:spPr>
          <a:xfrm>
            <a:off x="1527850" y="1016399"/>
            <a:ext cx="2577300" cy="56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solidFill>
                  <a:schemeClr val="dk1"/>
                </a:solidFill>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26" name="Google Shape;426;p30"/>
          <p:cNvSpPr txBox="1"/>
          <p:nvPr>
            <p:ph hasCustomPrompt="1" idx="4" type="title"/>
          </p:nvPr>
        </p:nvSpPr>
        <p:spPr>
          <a:xfrm>
            <a:off x="5038874" y="2044670"/>
            <a:ext cx="2577300" cy="56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solidFill>
                  <a:schemeClr val="dk1"/>
                </a:solidFill>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27" name="Google Shape;427;p30"/>
          <p:cNvSpPr txBox="1"/>
          <p:nvPr>
            <p:ph hasCustomPrompt="1" idx="5" type="title"/>
          </p:nvPr>
        </p:nvSpPr>
        <p:spPr>
          <a:xfrm>
            <a:off x="1681850" y="3042276"/>
            <a:ext cx="2577300" cy="56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700">
                <a:solidFill>
                  <a:schemeClr val="dk1"/>
                </a:solidFill>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28" name="Google Shape;428;p30"/>
          <p:cNvSpPr/>
          <p:nvPr/>
        </p:nvSpPr>
        <p:spPr>
          <a:xfrm rot="10800000">
            <a:off x="7052829" y="-5154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0"/>
          <p:cNvSpPr/>
          <p:nvPr/>
        </p:nvSpPr>
        <p:spPr>
          <a:xfrm rot="10800000">
            <a:off x="-480414" y="2314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0"/>
          <p:cNvSpPr/>
          <p:nvPr/>
        </p:nvSpPr>
        <p:spPr>
          <a:xfrm rot="10800000">
            <a:off x="3520343" y="502784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0"/>
          <p:cNvSpPr/>
          <p:nvPr/>
        </p:nvSpPr>
        <p:spPr>
          <a:xfrm rot="10800000">
            <a:off x="6773786" y="434757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0"/>
          <p:cNvSpPr/>
          <p:nvPr/>
        </p:nvSpPr>
        <p:spPr>
          <a:xfrm flipH="1">
            <a:off x="-340238" y="471216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3" name="Google Shape;433;p30"/>
          <p:cNvGrpSpPr/>
          <p:nvPr/>
        </p:nvGrpSpPr>
        <p:grpSpPr>
          <a:xfrm flipH="1">
            <a:off x="8595644" y="2204795"/>
            <a:ext cx="1265051" cy="1265051"/>
            <a:chOff x="3912750" y="637550"/>
            <a:chExt cx="947533" cy="947533"/>
          </a:xfrm>
        </p:grpSpPr>
        <p:sp>
          <p:nvSpPr>
            <p:cNvPr id="434" name="Google Shape;434;p30"/>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0"/>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1">
    <p:spTree>
      <p:nvGrpSpPr>
        <p:cNvPr id="436" name="Shape 436"/>
        <p:cNvGrpSpPr/>
        <p:nvPr/>
      </p:nvGrpSpPr>
      <p:grpSpPr>
        <a:xfrm>
          <a:off x="0" y="0"/>
          <a:ext cx="0" cy="0"/>
          <a:chOff x="0" y="0"/>
          <a:chExt cx="0" cy="0"/>
        </a:xfrm>
      </p:grpSpPr>
      <p:sp>
        <p:nvSpPr>
          <p:cNvPr id="437" name="Google Shape;437;p3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1"/>
          <p:cNvSpPr/>
          <p:nvPr/>
        </p:nvSpPr>
        <p:spPr>
          <a:xfrm>
            <a:off x="424202" y="578141"/>
            <a:ext cx="9143923" cy="483267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1"/>
          <p:cNvSpPr txBox="1"/>
          <p:nvPr>
            <p:ph idx="1" type="subTitle"/>
          </p:nvPr>
        </p:nvSpPr>
        <p:spPr>
          <a:xfrm>
            <a:off x="4732850" y="2230325"/>
            <a:ext cx="3139200" cy="123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40" name="Google Shape;440;p31"/>
          <p:cNvSpPr/>
          <p:nvPr/>
        </p:nvSpPr>
        <p:spPr>
          <a:xfrm flipH="1" rot="10800000">
            <a:off x="424203" y="468194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1"/>
          <p:cNvSpPr/>
          <p:nvPr/>
        </p:nvSpPr>
        <p:spPr>
          <a:xfrm flipH="1" rot="10800000">
            <a:off x="6492490" y="462399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1"/>
          <p:cNvSpPr/>
          <p:nvPr/>
        </p:nvSpPr>
        <p:spPr>
          <a:xfrm flipH="1" rot="10800000">
            <a:off x="4282437" y="44266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1"/>
          <p:cNvSpPr/>
          <p:nvPr/>
        </p:nvSpPr>
        <p:spPr>
          <a:xfrm flipH="1" rot="10800000">
            <a:off x="3479854" y="-6058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1"/>
          <p:cNvSpPr/>
          <p:nvPr/>
        </p:nvSpPr>
        <p:spPr>
          <a:xfrm rot="10800000">
            <a:off x="7959072" y="-66001"/>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5" name="Google Shape;445;p31"/>
          <p:cNvGrpSpPr/>
          <p:nvPr/>
        </p:nvGrpSpPr>
        <p:grpSpPr>
          <a:xfrm rot="10800000">
            <a:off x="-840840" y="229829"/>
            <a:ext cx="1265051" cy="1265051"/>
            <a:chOff x="3912750" y="637550"/>
            <a:chExt cx="947533" cy="947533"/>
          </a:xfrm>
        </p:grpSpPr>
        <p:sp>
          <p:nvSpPr>
            <p:cNvPr id="446" name="Google Shape;446;p3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8" name="Google Shape;448;p31"/>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8">
    <p:spTree>
      <p:nvGrpSpPr>
        <p:cNvPr id="449" name="Shape 449"/>
        <p:cNvGrpSpPr/>
        <p:nvPr/>
      </p:nvGrpSpPr>
      <p:grpSpPr>
        <a:xfrm>
          <a:off x="0" y="0"/>
          <a:ext cx="0" cy="0"/>
          <a:chOff x="0" y="0"/>
          <a:chExt cx="0" cy="0"/>
        </a:xfrm>
      </p:grpSpPr>
      <p:sp>
        <p:nvSpPr>
          <p:cNvPr id="450" name="Google Shape;450;p32"/>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2"/>
          <p:cNvSpPr/>
          <p:nvPr/>
        </p:nvSpPr>
        <p:spPr>
          <a:xfrm flipH="1" rot="10273444">
            <a:off x="-1291082" y="-1327613"/>
            <a:ext cx="9488663" cy="6233152"/>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2"/>
          <p:cNvSpPr txBox="1"/>
          <p:nvPr>
            <p:ph idx="1" type="subTitle"/>
          </p:nvPr>
        </p:nvSpPr>
        <p:spPr>
          <a:xfrm>
            <a:off x="975300" y="2291425"/>
            <a:ext cx="3474600" cy="1370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53" name="Google Shape;453;p32"/>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4" name="Google Shape;454;p32"/>
          <p:cNvSpPr/>
          <p:nvPr/>
        </p:nvSpPr>
        <p:spPr>
          <a:xfrm rot="10800000">
            <a:off x="7722614" y="4652973"/>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2"/>
          <p:cNvSpPr/>
          <p:nvPr/>
        </p:nvSpPr>
        <p:spPr>
          <a:xfrm rot="10800000">
            <a:off x="523628" y="462399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2"/>
          <p:cNvSpPr/>
          <p:nvPr/>
        </p:nvSpPr>
        <p:spPr>
          <a:xfrm rot="10800000">
            <a:off x="3177226" y="444720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2"/>
          <p:cNvSpPr/>
          <p:nvPr/>
        </p:nvSpPr>
        <p:spPr>
          <a:xfrm rot="10800000">
            <a:off x="3037696" y="-6058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2"/>
          <p:cNvSpPr/>
          <p:nvPr/>
        </p:nvSpPr>
        <p:spPr>
          <a:xfrm flipH="1" rot="10800000">
            <a:off x="152410" y="-1"/>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 name="Google Shape;459;p32"/>
          <p:cNvGrpSpPr/>
          <p:nvPr/>
        </p:nvGrpSpPr>
        <p:grpSpPr>
          <a:xfrm flipH="1" rot="10800000">
            <a:off x="7722634" y="206979"/>
            <a:ext cx="1265051" cy="1265051"/>
            <a:chOff x="3912750" y="637550"/>
            <a:chExt cx="947533" cy="947533"/>
          </a:xfrm>
        </p:grpSpPr>
        <p:sp>
          <p:nvSpPr>
            <p:cNvPr id="460" name="Google Shape;460;p32"/>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2"/>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9">
    <p:spTree>
      <p:nvGrpSpPr>
        <p:cNvPr id="462" name="Shape 462"/>
        <p:cNvGrpSpPr/>
        <p:nvPr/>
      </p:nvGrpSpPr>
      <p:grpSpPr>
        <a:xfrm>
          <a:off x="0" y="0"/>
          <a:ext cx="0" cy="0"/>
          <a:chOff x="0" y="0"/>
          <a:chExt cx="0" cy="0"/>
        </a:xfrm>
      </p:grpSpPr>
      <p:sp>
        <p:nvSpPr>
          <p:cNvPr id="463" name="Google Shape;463;p3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3"/>
          <p:cNvSpPr/>
          <p:nvPr/>
        </p:nvSpPr>
        <p:spPr>
          <a:xfrm flipH="1">
            <a:off x="-392142" y="-755851"/>
            <a:ext cx="8066268" cy="7715650"/>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3"/>
          <p:cNvSpPr txBox="1"/>
          <p:nvPr>
            <p:ph idx="1" type="subTitle"/>
          </p:nvPr>
        </p:nvSpPr>
        <p:spPr>
          <a:xfrm>
            <a:off x="4732850" y="2230325"/>
            <a:ext cx="3139200" cy="1230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6" name="Google Shape;466;p33"/>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7" name="Google Shape;467;p33"/>
          <p:cNvSpPr/>
          <p:nvPr/>
        </p:nvSpPr>
        <p:spPr>
          <a:xfrm flipH="1">
            <a:off x="8551414" y="642622"/>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3"/>
          <p:cNvSpPr/>
          <p:nvPr/>
        </p:nvSpPr>
        <p:spPr>
          <a:xfrm flipH="1">
            <a:off x="140853" y="61363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3"/>
          <p:cNvSpPr/>
          <p:nvPr/>
        </p:nvSpPr>
        <p:spPr>
          <a:xfrm flipH="1">
            <a:off x="6921701" y="-667566"/>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3"/>
          <p:cNvSpPr/>
          <p:nvPr/>
        </p:nvSpPr>
        <p:spPr>
          <a:xfrm flipH="1">
            <a:off x="369671" y="203740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3"/>
          <p:cNvSpPr/>
          <p:nvPr/>
        </p:nvSpPr>
        <p:spPr>
          <a:xfrm>
            <a:off x="2424585" y="446898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33"/>
          <p:cNvGrpSpPr/>
          <p:nvPr/>
        </p:nvGrpSpPr>
        <p:grpSpPr>
          <a:xfrm>
            <a:off x="7286384" y="4248613"/>
            <a:ext cx="1265051" cy="1265051"/>
            <a:chOff x="3912750" y="637550"/>
            <a:chExt cx="947533" cy="947533"/>
          </a:xfrm>
        </p:grpSpPr>
        <p:sp>
          <p:nvSpPr>
            <p:cNvPr id="473" name="Google Shape;473;p3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
    <p:spTree>
      <p:nvGrpSpPr>
        <p:cNvPr id="475" name="Shape 475"/>
        <p:cNvGrpSpPr/>
        <p:nvPr/>
      </p:nvGrpSpPr>
      <p:grpSpPr>
        <a:xfrm>
          <a:off x="0" y="0"/>
          <a:ext cx="0" cy="0"/>
          <a:chOff x="0" y="0"/>
          <a:chExt cx="0" cy="0"/>
        </a:xfrm>
      </p:grpSpPr>
      <p:sp>
        <p:nvSpPr>
          <p:cNvPr id="476" name="Google Shape;476;p3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4"/>
          <p:cNvSpPr/>
          <p:nvPr/>
        </p:nvSpPr>
        <p:spPr>
          <a:xfrm rot="10800000">
            <a:off x="-1695388" y="-1501822"/>
            <a:ext cx="10924738" cy="765344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4"/>
          <p:cNvSpPr txBox="1"/>
          <p:nvPr>
            <p:ph type="title"/>
          </p:nvPr>
        </p:nvSpPr>
        <p:spPr>
          <a:xfrm>
            <a:off x="5128006" y="1802863"/>
            <a:ext cx="3483900" cy="9594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79" name="Google Shape;479;p34"/>
          <p:cNvSpPr txBox="1"/>
          <p:nvPr>
            <p:ph idx="1" type="body"/>
          </p:nvPr>
        </p:nvSpPr>
        <p:spPr>
          <a:xfrm>
            <a:off x="5128006" y="2941438"/>
            <a:ext cx="3483900" cy="12297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480" name="Google Shape;480;p34"/>
          <p:cNvSpPr/>
          <p:nvPr/>
        </p:nvSpPr>
        <p:spPr>
          <a:xfrm flipH="1" rot="9619136">
            <a:off x="4221920" y="24507"/>
            <a:ext cx="1423564" cy="1423525"/>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4"/>
          <p:cNvSpPr/>
          <p:nvPr/>
        </p:nvSpPr>
        <p:spPr>
          <a:xfrm flipH="1" rot="10800000">
            <a:off x="-346021" y="4728100"/>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4"/>
          <p:cNvSpPr/>
          <p:nvPr/>
        </p:nvSpPr>
        <p:spPr>
          <a:xfrm flipH="1" rot="9619136">
            <a:off x="3915839" y="329659"/>
            <a:ext cx="451676" cy="451714"/>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4"/>
          <p:cNvSpPr/>
          <p:nvPr/>
        </p:nvSpPr>
        <p:spPr>
          <a:xfrm rot="10800000">
            <a:off x="-524953" y="59751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 name="Google Shape;484;p34"/>
          <p:cNvGrpSpPr/>
          <p:nvPr/>
        </p:nvGrpSpPr>
        <p:grpSpPr>
          <a:xfrm rot="10800000">
            <a:off x="7663085" y="-250805"/>
            <a:ext cx="1265051" cy="1265051"/>
            <a:chOff x="3912750" y="637550"/>
            <a:chExt cx="947533" cy="947533"/>
          </a:xfrm>
        </p:grpSpPr>
        <p:sp>
          <p:nvSpPr>
            <p:cNvPr id="485" name="Google Shape;485;p3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2">
    <p:spTree>
      <p:nvGrpSpPr>
        <p:cNvPr id="487" name="Shape 487"/>
        <p:cNvGrpSpPr/>
        <p:nvPr/>
      </p:nvGrpSpPr>
      <p:grpSpPr>
        <a:xfrm>
          <a:off x="0" y="0"/>
          <a:ext cx="0" cy="0"/>
          <a:chOff x="0" y="0"/>
          <a:chExt cx="0" cy="0"/>
        </a:xfrm>
      </p:grpSpPr>
      <p:sp>
        <p:nvSpPr>
          <p:cNvPr id="488" name="Google Shape;488;p3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5"/>
          <p:cNvSpPr/>
          <p:nvPr/>
        </p:nvSpPr>
        <p:spPr>
          <a:xfrm flipH="1">
            <a:off x="-220489" y="-141300"/>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5"/>
          <p:cNvSpPr/>
          <p:nvPr/>
        </p:nvSpPr>
        <p:spPr>
          <a:xfrm flipH="1">
            <a:off x="-316855" y="439060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5"/>
          <p:cNvSpPr/>
          <p:nvPr/>
        </p:nvSpPr>
        <p:spPr>
          <a:xfrm flipH="1">
            <a:off x="261552" y="3290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5"/>
          <p:cNvSpPr/>
          <p:nvPr/>
        </p:nvSpPr>
        <p:spPr>
          <a:xfrm flipH="1">
            <a:off x="8286839" y="475520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5"/>
          <p:cNvSpPr/>
          <p:nvPr/>
        </p:nvSpPr>
        <p:spPr>
          <a:xfrm flipH="1">
            <a:off x="8567920" y="-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 name="Google Shape;494;p35"/>
          <p:cNvGrpSpPr/>
          <p:nvPr/>
        </p:nvGrpSpPr>
        <p:grpSpPr>
          <a:xfrm flipH="1">
            <a:off x="6565920" y="-462900"/>
            <a:ext cx="947533" cy="947533"/>
            <a:chOff x="3912750" y="637550"/>
            <a:chExt cx="947533" cy="947533"/>
          </a:xfrm>
        </p:grpSpPr>
        <p:sp>
          <p:nvSpPr>
            <p:cNvPr id="495" name="Google Shape;495;p3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35"/>
          <p:cNvSpPr/>
          <p:nvPr/>
        </p:nvSpPr>
        <p:spPr>
          <a:xfrm flipH="1">
            <a:off x="3296071"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9" name="Google Shape;499;p35"/>
          <p:cNvSpPr txBox="1"/>
          <p:nvPr>
            <p:ph idx="1" type="subTitle"/>
          </p:nvPr>
        </p:nvSpPr>
        <p:spPr>
          <a:xfrm>
            <a:off x="713225" y="1952000"/>
            <a:ext cx="3756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00" name="Google Shape;500;p35"/>
          <p:cNvSpPr txBox="1"/>
          <p:nvPr>
            <p:ph idx="2" type="subTitle"/>
          </p:nvPr>
        </p:nvSpPr>
        <p:spPr>
          <a:xfrm>
            <a:off x="4674425" y="1952000"/>
            <a:ext cx="3756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u="sng"/>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27">
    <p:spTree>
      <p:nvGrpSpPr>
        <p:cNvPr id="501" name="Shape 501"/>
        <p:cNvGrpSpPr/>
        <p:nvPr/>
      </p:nvGrpSpPr>
      <p:grpSpPr>
        <a:xfrm>
          <a:off x="0" y="0"/>
          <a:ext cx="0" cy="0"/>
          <a:chOff x="0" y="0"/>
          <a:chExt cx="0" cy="0"/>
        </a:xfrm>
      </p:grpSpPr>
      <p:sp>
        <p:nvSpPr>
          <p:cNvPr id="502" name="Google Shape;502;p3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6"/>
          <p:cNvSpPr/>
          <p:nvPr/>
        </p:nvSpPr>
        <p:spPr>
          <a:xfrm flipH="1" rot="-5031216">
            <a:off x="1434942" y="-1473727"/>
            <a:ext cx="7384699" cy="9115003"/>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6"/>
          <p:cNvSpPr/>
          <p:nvPr/>
        </p:nvSpPr>
        <p:spPr>
          <a:xfrm flipH="1" rot="7572997">
            <a:off x="7294923" y="-441551"/>
            <a:ext cx="1423590" cy="1423551"/>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6"/>
          <p:cNvSpPr/>
          <p:nvPr/>
        </p:nvSpPr>
        <p:spPr>
          <a:xfrm flipH="1" rot="10800000">
            <a:off x="3685829" y="-269325"/>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6"/>
          <p:cNvSpPr/>
          <p:nvPr/>
        </p:nvSpPr>
        <p:spPr>
          <a:xfrm flipH="1" rot="7572997">
            <a:off x="7101718" y="40666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6"/>
          <p:cNvSpPr/>
          <p:nvPr/>
        </p:nvSpPr>
        <p:spPr>
          <a:xfrm rot="10800000">
            <a:off x="-120903" y="452189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 name="Google Shape;508;p36"/>
          <p:cNvGrpSpPr/>
          <p:nvPr/>
        </p:nvGrpSpPr>
        <p:grpSpPr>
          <a:xfrm rot="10800000">
            <a:off x="200635" y="-5"/>
            <a:ext cx="1265051" cy="1265051"/>
            <a:chOff x="3912750" y="637550"/>
            <a:chExt cx="947533" cy="947533"/>
          </a:xfrm>
        </p:grpSpPr>
        <p:sp>
          <p:nvSpPr>
            <p:cNvPr id="509" name="Google Shape;509;p3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1" name="Google Shape;511;p36"/>
          <p:cNvSpPr txBox="1"/>
          <p:nvPr>
            <p:ph type="title"/>
          </p:nvPr>
        </p:nvSpPr>
        <p:spPr>
          <a:xfrm>
            <a:off x="701975" y="1488325"/>
            <a:ext cx="3602700" cy="5895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12" name="Google Shape;512;p36"/>
          <p:cNvSpPr txBox="1"/>
          <p:nvPr>
            <p:ph idx="1" type="body"/>
          </p:nvPr>
        </p:nvSpPr>
        <p:spPr>
          <a:xfrm>
            <a:off x="701975" y="2077825"/>
            <a:ext cx="3602700" cy="17808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28">
    <p:spTree>
      <p:nvGrpSpPr>
        <p:cNvPr id="513" name="Shape 513"/>
        <p:cNvGrpSpPr/>
        <p:nvPr/>
      </p:nvGrpSpPr>
      <p:grpSpPr>
        <a:xfrm>
          <a:off x="0" y="0"/>
          <a:ext cx="0" cy="0"/>
          <a:chOff x="0" y="0"/>
          <a:chExt cx="0" cy="0"/>
        </a:xfrm>
      </p:grpSpPr>
      <p:sp>
        <p:nvSpPr>
          <p:cNvPr id="514" name="Google Shape;514;p3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flipH="1" rot="10800000">
            <a:off x="3483759" y="-462900"/>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flipH="1" rot="10800000">
            <a:off x="8567920" y="-285855"/>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7"/>
          <p:cNvSpPr/>
          <p:nvPr/>
        </p:nvSpPr>
        <p:spPr>
          <a:xfrm flipH="1" rot="10800000">
            <a:off x="8961406" y="504366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7"/>
          <p:cNvSpPr/>
          <p:nvPr/>
        </p:nvSpPr>
        <p:spPr>
          <a:xfrm flipH="1" rot="10800000">
            <a:off x="995244" y="37932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flipH="1" rot="10800000">
            <a:off x="-316855" y="4104757"/>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37"/>
          <p:cNvGrpSpPr/>
          <p:nvPr/>
        </p:nvGrpSpPr>
        <p:grpSpPr>
          <a:xfrm flipH="1" rot="10800000">
            <a:off x="2161184" y="5043652"/>
            <a:ext cx="947533" cy="947533"/>
            <a:chOff x="3912750" y="637550"/>
            <a:chExt cx="947533" cy="947533"/>
          </a:xfrm>
        </p:grpSpPr>
        <p:sp>
          <p:nvSpPr>
            <p:cNvPr id="521" name="Google Shape;521;p3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3" name="Google Shape;523;p37"/>
          <p:cNvSpPr/>
          <p:nvPr/>
        </p:nvSpPr>
        <p:spPr>
          <a:xfrm flipH="1" rot="10800000">
            <a:off x="5685434" y="78732"/>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7"/>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5" name="Google Shape;525;p37"/>
          <p:cNvSpPr txBox="1"/>
          <p:nvPr>
            <p:ph idx="1" type="subTitle"/>
          </p:nvPr>
        </p:nvSpPr>
        <p:spPr>
          <a:xfrm>
            <a:off x="713225" y="1952000"/>
            <a:ext cx="3756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26" name="Google Shape;526;p37"/>
          <p:cNvSpPr txBox="1"/>
          <p:nvPr>
            <p:ph idx="2" type="subTitle"/>
          </p:nvPr>
        </p:nvSpPr>
        <p:spPr>
          <a:xfrm>
            <a:off x="4674425" y="1952000"/>
            <a:ext cx="3678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u="sng"/>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32">
    <p:spTree>
      <p:nvGrpSpPr>
        <p:cNvPr id="527" name="Shape 527"/>
        <p:cNvGrpSpPr/>
        <p:nvPr/>
      </p:nvGrpSpPr>
      <p:grpSpPr>
        <a:xfrm>
          <a:off x="0" y="0"/>
          <a:ext cx="0" cy="0"/>
          <a:chOff x="0" y="0"/>
          <a:chExt cx="0" cy="0"/>
        </a:xfrm>
      </p:grpSpPr>
      <p:sp>
        <p:nvSpPr>
          <p:cNvPr id="528" name="Google Shape;528;p38"/>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8"/>
          <p:cNvSpPr/>
          <p:nvPr/>
        </p:nvSpPr>
        <p:spPr>
          <a:xfrm rot="-5685180">
            <a:off x="4244480" y="-219388"/>
            <a:ext cx="7570857" cy="4973335"/>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8"/>
          <p:cNvSpPr/>
          <p:nvPr/>
        </p:nvSpPr>
        <p:spPr>
          <a:xfrm flipH="1" rot="6011238">
            <a:off x="-1893621" y="-277463"/>
            <a:ext cx="7437813" cy="5089473"/>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txBox="1"/>
          <p:nvPr>
            <p:ph type="title"/>
          </p:nvPr>
        </p:nvSpPr>
        <p:spPr>
          <a:xfrm>
            <a:off x="735990" y="1504788"/>
            <a:ext cx="3602700" cy="5895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32" name="Google Shape;532;p38"/>
          <p:cNvSpPr txBox="1"/>
          <p:nvPr>
            <p:ph idx="1" type="body"/>
          </p:nvPr>
        </p:nvSpPr>
        <p:spPr>
          <a:xfrm>
            <a:off x="735990" y="2094298"/>
            <a:ext cx="3602700" cy="15444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SzPts val="1600"/>
              <a:buChar char="●"/>
              <a:defRPr sz="14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533" name="Google Shape;533;p38"/>
          <p:cNvSpPr/>
          <p:nvPr/>
        </p:nvSpPr>
        <p:spPr>
          <a:xfrm flipH="1" rot="10800000">
            <a:off x="4987641" y="4473838"/>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8"/>
          <p:cNvSpPr/>
          <p:nvPr/>
        </p:nvSpPr>
        <p:spPr>
          <a:xfrm flipH="1" rot="7572997">
            <a:off x="389793" y="42346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8"/>
          <p:cNvSpPr/>
          <p:nvPr/>
        </p:nvSpPr>
        <p:spPr>
          <a:xfrm rot="10800000">
            <a:off x="3302272" y="-332197"/>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6" name="Google Shape;536;p38"/>
          <p:cNvGrpSpPr/>
          <p:nvPr/>
        </p:nvGrpSpPr>
        <p:grpSpPr>
          <a:xfrm rot="10800000">
            <a:off x="6132335" y="-772905"/>
            <a:ext cx="1265051" cy="1265051"/>
            <a:chOff x="3912750" y="637550"/>
            <a:chExt cx="947533" cy="947533"/>
          </a:xfrm>
        </p:grpSpPr>
        <p:sp>
          <p:nvSpPr>
            <p:cNvPr id="537" name="Google Shape;537;p3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 name="Google Shape;539;p38"/>
          <p:cNvSpPr/>
          <p:nvPr/>
        </p:nvSpPr>
        <p:spPr>
          <a:xfrm flipH="1" rot="1728187">
            <a:off x="7622106" y="3663546"/>
            <a:ext cx="1255252" cy="1255218"/>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8"/>
          <p:cNvSpPr/>
          <p:nvPr/>
        </p:nvSpPr>
        <p:spPr>
          <a:xfrm flipH="1" rot="-1498638">
            <a:off x="7854436" y="3387095"/>
            <a:ext cx="451683" cy="451722"/>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1">
    <p:spTree>
      <p:nvGrpSpPr>
        <p:cNvPr id="541" name="Shape 541"/>
        <p:cNvGrpSpPr/>
        <p:nvPr/>
      </p:nvGrpSpPr>
      <p:grpSpPr>
        <a:xfrm>
          <a:off x="0" y="0"/>
          <a:ext cx="0" cy="0"/>
          <a:chOff x="0" y="0"/>
          <a:chExt cx="0" cy="0"/>
        </a:xfrm>
      </p:grpSpPr>
      <p:sp>
        <p:nvSpPr>
          <p:cNvPr id="542" name="Google Shape;542;p3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9"/>
          <p:cNvSpPr txBox="1"/>
          <p:nvPr>
            <p:ph type="title"/>
          </p:nvPr>
        </p:nvSpPr>
        <p:spPr>
          <a:xfrm>
            <a:off x="2325300" y="713225"/>
            <a:ext cx="4493400" cy="616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4" name="Google Shape;544;p39"/>
          <p:cNvSpPr txBox="1"/>
          <p:nvPr/>
        </p:nvSpPr>
        <p:spPr>
          <a:xfrm>
            <a:off x="2489550" y="3372600"/>
            <a:ext cx="4164900" cy="82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Quicksand"/>
                <a:ea typeface="Quicksand"/>
                <a:cs typeface="Quicksand"/>
                <a:sym typeface="Quicksand"/>
              </a:rPr>
              <a:t>CREDITS: This presentation template was created by </a:t>
            </a:r>
            <a:r>
              <a:rPr b="1" lang="en">
                <a:solidFill>
                  <a:schemeClr val="lt1"/>
                </a:solidFill>
                <a:uFill>
                  <a:noFill/>
                </a:uFill>
                <a:latin typeface="Quicksand"/>
                <a:ea typeface="Quicksand"/>
                <a:cs typeface="Quicksand"/>
                <a:sym typeface="Quicksand"/>
                <a:hlinkClick r:id="rId2">
                  <a:extLst>
                    <a:ext uri="{A12FA001-AC4F-418D-AE19-62706E023703}">
                      <ahyp:hlinkClr val="tx"/>
                    </a:ext>
                  </a:extLst>
                </a:hlinkClick>
              </a:rPr>
              <a:t>Slidesgo</a:t>
            </a:r>
            <a:r>
              <a:rPr lang="en">
                <a:solidFill>
                  <a:schemeClr val="lt1"/>
                </a:solidFill>
                <a:latin typeface="Quicksand"/>
                <a:ea typeface="Quicksand"/>
                <a:cs typeface="Quicksand"/>
                <a:sym typeface="Quicksand"/>
              </a:rPr>
              <a:t>, including icons by </a:t>
            </a:r>
            <a:r>
              <a:rPr b="1" lang="en">
                <a:solidFill>
                  <a:schemeClr val="lt1"/>
                </a:solidFill>
                <a:uFill>
                  <a:noFill/>
                </a:uFill>
                <a:latin typeface="Quicksand"/>
                <a:ea typeface="Quicksand"/>
                <a:cs typeface="Quicksand"/>
                <a:sym typeface="Quicksand"/>
                <a:hlinkClick r:id="rId3">
                  <a:extLst>
                    <a:ext uri="{A12FA001-AC4F-418D-AE19-62706E023703}">
                      <ahyp:hlinkClr val="tx"/>
                    </a:ext>
                  </a:extLst>
                </a:hlinkClick>
              </a:rPr>
              <a:t>Flaticon</a:t>
            </a:r>
            <a:r>
              <a:rPr lang="en">
                <a:solidFill>
                  <a:schemeClr val="lt1"/>
                </a:solidFill>
                <a:latin typeface="Quicksand"/>
                <a:ea typeface="Quicksand"/>
                <a:cs typeface="Quicksand"/>
                <a:sym typeface="Quicksand"/>
              </a:rPr>
              <a:t>, infographics &amp; images by </a:t>
            </a:r>
            <a:r>
              <a:rPr b="1" lang="en">
                <a:solidFill>
                  <a:schemeClr val="lt1"/>
                </a:solidFill>
                <a:uFill>
                  <a:noFill/>
                </a:uFill>
                <a:latin typeface="Quicksand"/>
                <a:ea typeface="Quicksand"/>
                <a:cs typeface="Quicksand"/>
                <a:sym typeface="Quicksand"/>
                <a:hlinkClick r:id="rId4">
                  <a:extLst>
                    <a:ext uri="{A12FA001-AC4F-418D-AE19-62706E023703}">
                      <ahyp:hlinkClr val="tx"/>
                    </a:ext>
                  </a:extLst>
                </a:hlinkClick>
              </a:rPr>
              <a:t>Freepik</a:t>
            </a:r>
            <a:endParaRPr b="1">
              <a:solidFill>
                <a:schemeClr val="lt1"/>
              </a:solidFill>
              <a:latin typeface="Quicksand"/>
              <a:ea typeface="Quicksand"/>
              <a:cs typeface="Quicksand"/>
              <a:sym typeface="Quicksand"/>
            </a:endParaRPr>
          </a:p>
        </p:txBody>
      </p:sp>
      <p:sp>
        <p:nvSpPr>
          <p:cNvPr id="545" name="Google Shape;545;p39"/>
          <p:cNvSpPr txBox="1"/>
          <p:nvPr>
            <p:ph idx="1" type="subTitle"/>
          </p:nvPr>
        </p:nvSpPr>
        <p:spPr>
          <a:xfrm>
            <a:off x="2521500" y="1329325"/>
            <a:ext cx="4101000" cy="1385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546" name="Google Shape;546;p39"/>
          <p:cNvSpPr/>
          <p:nvPr/>
        </p:nvSpPr>
        <p:spPr>
          <a:xfrm flipH="1" rot="3075939">
            <a:off x="-1203843" y="1956101"/>
            <a:ext cx="7570775" cy="4973281"/>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9"/>
          <p:cNvSpPr/>
          <p:nvPr/>
        </p:nvSpPr>
        <p:spPr>
          <a:xfrm flipH="1" rot="10800000">
            <a:off x="3860216" y="4859663"/>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9"/>
          <p:cNvSpPr/>
          <p:nvPr/>
        </p:nvSpPr>
        <p:spPr>
          <a:xfrm flipH="1" rot="7572997">
            <a:off x="1219318" y="37082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9"/>
          <p:cNvSpPr/>
          <p:nvPr/>
        </p:nvSpPr>
        <p:spPr>
          <a:xfrm rot="10800000">
            <a:off x="1295997" y="-50972"/>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0" name="Google Shape;550;p39"/>
          <p:cNvGrpSpPr/>
          <p:nvPr/>
        </p:nvGrpSpPr>
        <p:grpSpPr>
          <a:xfrm rot="10800000">
            <a:off x="7397385" y="-271330"/>
            <a:ext cx="1265051" cy="1265051"/>
            <a:chOff x="3912750" y="637550"/>
            <a:chExt cx="947533" cy="947533"/>
          </a:xfrm>
        </p:grpSpPr>
        <p:sp>
          <p:nvSpPr>
            <p:cNvPr id="551" name="Google Shape;551;p3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 name="Google Shape;553;p39"/>
          <p:cNvSpPr/>
          <p:nvPr/>
        </p:nvSpPr>
        <p:spPr>
          <a:xfrm rot="-9103592">
            <a:off x="4195664" y="-1222777"/>
            <a:ext cx="7437770" cy="508955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9"/>
          <p:cNvSpPr/>
          <p:nvPr/>
        </p:nvSpPr>
        <p:spPr>
          <a:xfrm flipH="1" rot="-1205794">
            <a:off x="7671921" y="3029289"/>
            <a:ext cx="1255248" cy="1255213"/>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9"/>
          <p:cNvSpPr/>
          <p:nvPr/>
        </p:nvSpPr>
        <p:spPr>
          <a:xfrm flipH="1" rot="-4432563">
            <a:off x="7451238" y="3112896"/>
            <a:ext cx="451679" cy="451718"/>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9"/>
          <p:cNvSpPr/>
          <p:nvPr/>
        </p:nvSpPr>
        <p:spPr>
          <a:xfrm rot="10800000">
            <a:off x="-282128" y="1738712"/>
            <a:ext cx="1125652" cy="1127635"/>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8">
    <p:spTree>
      <p:nvGrpSpPr>
        <p:cNvPr id="557" name="Shape 557"/>
        <p:cNvGrpSpPr/>
        <p:nvPr/>
      </p:nvGrpSpPr>
      <p:grpSpPr>
        <a:xfrm>
          <a:off x="0" y="0"/>
          <a:ext cx="0" cy="0"/>
          <a:chOff x="0" y="0"/>
          <a:chExt cx="0" cy="0"/>
        </a:xfrm>
      </p:grpSpPr>
      <p:sp>
        <p:nvSpPr>
          <p:cNvPr id="558" name="Google Shape;558;p40"/>
          <p:cNvSpPr/>
          <p:nvPr/>
        </p:nvSpPr>
        <p:spPr>
          <a:xfrm flipH="1">
            <a:off x="-184147"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0"/>
          <p:cNvSpPr/>
          <p:nvPr/>
        </p:nvSpPr>
        <p:spPr>
          <a:xfrm rot="-7575992">
            <a:off x="3311472" y="-1827843"/>
            <a:ext cx="9206100" cy="629965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0"/>
          <p:cNvSpPr/>
          <p:nvPr/>
        </p:nvSpPr>
        <p:spPr>
          <a:xfrm flipH="1">
            <a:off x="-2061964" y="1029175"/>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0"/>
          <p:cNvSpPr/>
          <p:nvPr/>
        </p:nvSpPr>
        <p:spPr>
          <a:xfrm flipH="1">
            <a:off x="-5" y="17196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0"/>
          <p:cNvSpPr/>
          <p:nvPr/>
        </p:nvSpPr>
        <p:spPr>
          <a:xfrm flipH="1">
            <a:off x="614252" y="-6599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0"/>
          <p:cNvSpPr/>
          <p:nvPr/>
        </p:nvSpPr>
        <p:spPr>
          <a:xfrm flipH="1">
            <a:off x="7051289" y="490549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0"/>
          <p:cNvSpPr/>
          <p:nvPr/>
        </p:nvSpPr>
        <p:spPr>
          <a:xfrm flipH="1">
            <a:off x="7973495" y="-6600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0"/>
          <p:cNvSpPr/>
          <p:nvPr/>
        </p:nvSpPr>
        <p:spPr>
          <a:xfrm flipH="1">
            <a:off x="370614" y="447716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6" name="Google Shape;566;p40"/>
          <p:cNvGrpSpPr/>
          <p:nvPr/>
        </p:nvGrpSpPr>
        <p:grpSpPr>
          <a:xfrm flipH="1">
            <a:off x="5585945" y="-561800"/>
            <a:ext cx="947533" cy="947533"/>
            <a:chOff x="3912750" y="637550"/>
            <a:chExt cx="947533" cy="947533"/>
          </a:xfrm>
        </p:grpSpPr>
        <p:sp>
          <p:nvSpPr>
            <p:cNvPr id="567" name="Google Shape;567;p40"/>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0"/>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 name="Google Shape;569;p40"/>
          <p:cNvSpPr/>
          <p:nvPr/>
        </p:nvSpPr>
        <p:spPr>
          <a:xfrm flipH="1">
            <a:off x="3348871"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9">
    <p:spTree>
      <p:nvGrpSpPr>
        <p:cNvPr id="570" name="Shape 570"/>
        <p:cNvGrpSpPr/>
        <p:nvPr/>
      </p:nvGrpSpPr>
      <p:grpSpPr>
        <a:xfrm>
          <a:off x="0" y="0"/>
          <a:ext cx="0" cy="0"/>
          <a:chOff x="0" y="0"/>
          <a:chExt cx="0" cy="0"/>
        </a:xfrm>
      </p:grpSpPr>
      <p:sp>
        <p:nvSpPr>
          <p:cNvPr id="571" name="Google Shape;571;p4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1"/>
          <p:cNvSpPr/>
          <p:nvPr/>
        </p:nvSpPr>
        <p:spPr>
          <a:xfrm rot="-3075939">
            <a:off x="4301454" y="1956101"/>
            <a:ext cx="7570775" cy="4973281"/>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1"/>
          <p:cNvSpPr/>
          <p:nvPr/>
        </p:nvSpPr>
        <p:spPr>
          <a:xfrm flipH="1" rot="9103592">
            <a:off x="-736449" y="-1679977"/>
            <a:ext cx="7437770" cy="508955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1"/>
          <p:cNvSpPr/>
          <p:nvPr/>
        </p:nvSpPr>
        <p:spPr>
          <a:xfrm rot="10800000">
            <a:off x="2140773" y="4666738"/>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1"/>
          <p:cNvSpPr/>
          <p:nvPr/>
        </p:nvSpPr>
        <p:spPr>
          <a:xfrm rot="-7572997">
            <a:off x="9225983" y="37082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1"/>
          <p:cNvSpPr/>
          <p:nvPr/>
        </p:nvSpPr>
        <p:spPr>
          <a:xfrm flipH="1" rot="10800000">
            <a:off x="7463000" y="-417497"/>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7" name="Google Shape;577;p41"/>
          <p:cNvGrpSpPr/>
          <p:nvPr/>
        </p:nvGrpSpPr>
        <p:grpSpPr>
          <a:xfrm flipH="1" rot="10800000">
            <a:off x="324724" y="-271330"/>
            <a:ext cx="1265051" cy="1265051"/>
            <a:chOff x="3912750" y="637550"/>
            <a:chExt cx="947533" cy="947533"/>
          </a:xfrm>
        </p:grpSpPr>
        <p:sp>
          <p:nvSpPr>
            <p:cNvPr id="578" name="Google Shape;578;p4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0" name="Google Shape;580;p41"/>
          <p:cNvSpPr/>
          <p:nvPr/>
        </p:nvSpPr>
        <p:spPr>
          <a:xfrm rot="1205794">
            <a:off x="7274479" y="3684239"/>
            <a:ext cx="1255248" cy="1255213"/>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1"/>
          <p:cNvSpPr/>
          <p:nvPr/>
        </p:nvSpPr>
        <p:spPr>
          <a:xfrm rot="4432563">
            <a:off x="8298731" y="3767846"/>
            <a:ext cx="451679" cy="451718"/>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1"/>
          <p:cNvSpPr/>
          <p:nvPr/>
        </p:nvSpPr>
        <p:spPr>
          <a:xfrm flipH="1" rot="10800000">
            <a:off x="-344463" y="4461962"/>
            <a:ext cx="1125652" cy="1127635"/>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7074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lt1"/>
              </a:buClr>
              <a:buSzPts val="2800"/>
              <a:buFont typeface="Montserrat"/>
              <a:buNone/>
              <a:defRPr b="1" sz="2800">
                <a:solidFill>
                  <a:schemeClr val="lt1"/>
                </a:solidFill>
                <a:latin typeface="Montserrat"/>
                <a:ea typeface="Montserrat"/>
                <a:cs typeface="Montserrat"/>
                <a:sym typeface="Montserrat"/>
              </a:defRPr>
            </a:lvl1pPr>
            <a:lvl2pPr lvl="1"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2pPr>
            <a:lvl3pPr lvl="2"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3pPr>
            <a:lvl4pPr lvl="3"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4pPr>
            <a:lvl5pPr lvl="4"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5pPr>
            <a:lvl6pPr lvl="5"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6pPr>
            <a:lvl7pPr lvl="6"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7pPr>
            <a:lvl8pPr lvl="7"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8pPr>
            <a:lvl9pPr lvl="8"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9pPr>
          </a:lstStyle>
          <a:p/>
        </p:txBody>
      </p:sp>
      <p:sp>
        <p:nvSpPr>
          <p:cNvPr id="7" name="Google Shape;7;p1"/>
          <p:cNvSpPr txBox="1"/>
          <p:nvPr>
            <p:ph idx="1" type="body"/>
          </p:nvPr>
        </p:nvSpPr>
        <p:spPr>
          <a:xfrm>
            <a:off x="713225" y="1293075"/>
            <a:ext cx="7717500" cy="33153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Quicksand"/>
              <a:buChar char="●"/>
              <a:defRPr sz="1800">
                <a:solidFill>
                  <a:schemeClr val="lt1"/>
                </a:solidFill>
                <a:latin typeface="Quicksand"/>
                <a:ea typeface="Quicksand"/>
                <a:cs typeface="Quicksand"/>
                <a:sym typeface="Quicksand"/>
              </a:defRPr>
            </a:lvl1pPr>
            <a:lvl2pPr indent="-317500" lvl="1" marL="9144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2pPr>
            <a:lvl3pPr indent="-317500" lvl="2" marL="13716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3pPr>
            <a:lvl4pPr indent="-317500" lvl="3" marL="18288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4pPr>
            <a:lvl5pPr indent="-317500" lvl="4" marL="22860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5pPr>
            <a:lvl6pPr indent="-317500" lvl="5" marL="27432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6pPr>
            <a:lvl7pPr indent="-317500" lvl="6" marL="32004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7pPr>
            <a:lvl8pPr indent="-317500" lvl="7" marL="36576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8pPr>
            <a:lvl9pPr indent="-317500" lvl="8" marL="41148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6" name="Shape 586"/>
        <p:cNvGrpSpPr/>
        <p:nvPr/>
      </p:nvGrpSpPr>
      <p:grpSpPr>
        <a:xfrm>
          <a:off x="0" y="0"/>
          <a:ext cx="0" cy="0"/>
          <a:chOff x="0" y="0"/>
          <a:chExt cx="0" cy="0"/>
        </a:xfrm>
      </p:grpSpPr>
      <p:sp>
        <p:nvSpPr>
          <p:cNvPr id="587" name="Google Shape;587;p42"/>
          <p:cNvSpPr txBox="1"/>
          <p:nvPr>
            <p:ph type="ctrTitle"/>
          </p:nvPr>
        </p:nvSpPr>
        <p:spPr>
          <a:xfrm>
            <a:off x="485875" y="944250"/>
            <a:ext cx="4259100" cy="224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Project NLP | Business Case: Automated Customer Reviews</a:t>
            </a:r>
            <a:endParaRPr sz="2500"/>
          </a:p>
        </p:txBody>
      </p:sp>
      <p:sp>
        <p:nvSpPr>
          <p:cNvPr id="588" name="Google Shape;588;p42"/>
          <p:cNvSpPr txBox="1"/>
          <p:nvPr>
            <p:ph idx="1" type="subTitle"/>
          </p:nvPr>
        </p:nvSpPr>
        <p:spPr>
          <a:xfrm>
            <a:off x="550750" y="3391100"/>
            <a:ext cx="3718200" cy="63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Rawan Alnajim</a:t>
            </a:r>
            <a:endParaRPr/>
          </a:p>
        </p:txBody>
      </p:sp>
      <p:grpSp>
        <p:nvGrpSpPr>
          <p:cNvPr id="589" name="Google Shape;589;p42"/>
          <p:cNvGrpSpPr/>
          <p:nvPr/>
        </p:nvGrpSpPr>
        <p:grpSpPr>
          <a:xfrm>
            <a:off x="4835245" y="605545"/>
            <a:ext cx="3769246" cy="3935960"/>
            <a:chOff x="4835245" y="605545"/>
            <a:chExt cx="3769246" cy="3935960"/>
          </a:xfrm>
        </p:grpSpPr>
        <p:sp>
          <p:nvSpPr>
            <p:cNvPr id="590" name="Google Shape;590;p42"/>
            <p:cNvSpPr/>
            <p:nvPr/>
          </p:nvSpPr>
          <p:spPr>
            <a:xfrm>
              <a:off x="6326148" y="750982"/>
              <a:ext cx="1632800" cy="3421657"/>
            </a:xfrm>
            <a:custGeom>
              <a:rect b="b" l="l" r="r" t="t"/>
              <a:pathLst>
                <a:path extrusionOk="0" h="87966" w="41977">
                  <a:moveTo>
                    <a:pt x="37144" y="87965"/>
                  </a:moveTo>
                  <a:lnTo>
                    <a:pt x="4833" y="87965"/>
                  </a:lnTo>
                  <a:cubicBezTo>
                    <a:pt x="2159" y="87965"/>
                    <a:pt x="0" y="85807"/>
                    <a:pt x="0" y="83132"/>
                  </a:cubicBezTo>
                  <a:lnTo>
                    <a:pt x="0" y="4833"/>
                  </a:lnTo>
                  <a:cubicBezTo>
                    <a:pt x="0" y="2158"/>
                    <a:pt x="2159" y="0"/>
                    <a:pt x="4833" y="0"/>
                  </a:cubicBezTo>
                  <a:lnTo>
                    <a:pt x="37144" y="0"/>
                  </a:lnTo>
                  <a:cubicBezTo>
                    <a:pt x="39819" y="0"/>
                    <a:pt x="41977" y="2158"/>
                    <a:pt x="41977" y="4833"/>
                  </a:cubicBezTo>
                  <a:lnTo>
                    <a:pt x="41977" y="83132"/>
                  </a:lnTo>
                  <a:cubicBezTo>
                    <a:pt x="41977" y="85807"/>
                    <a:pt x="39819" y="87965"/>
                    <a:pt x="37144" y="87965"/>
                  </a:cubicBezTo>
                  <a:close/>
                </a:path>
              </a:pathLst>
            </a:custGeom>
            <a:gradFill>
              <a:gsLst>
                <a:gs pos="0">
                  <a:schemeClr val="accent1"/>
                </a:gs>
                <a:gs pos="100000">
                  <a:schemeClr val="accent2"/>
                </a:gs>
              </a:gsLst>
              <a:lin ang="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2"/>
            <p:cNvSpPr/>
            <p:nvPr/>
          </p:nvSpPr>
          <p:spPr>
            <a:xfrm>
              <a:off x="6326148" y="974448"/>
              <a:ext cx="1632800" cy="39"/>
            </a:xfrm>
            <a:custGeom>
              <a:rect b="b" l="l" r="r" t="t"/>
              <a:pathLst>
                <a:path extrusionOk="0" fill="none" h="1" w="41977">
                  <a:moveTo>
                    <a:pt x="0" y="0"/>
                  </a:moveTo>
                  <a:lnTo>
                    <a:pt x="41977"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2"/>
            <p:cNvSpPr/>
            <p:nvPr/>
          </p:nvSpPr>
          <p:spPr>
            <a:xfrm>
              <a:off x="6475125" y="833717"/>
              <a:ext cx="55585" cy="55623"/>
            </a:xfrm>
            <a:custGeom>
              <a:rect b="b" l="l" r="r" t="t"/>
              <a:pathLst>
                <a:path extrusionOk="0" fill="none" h="1430" w="1429">
                  <a:moveTo>
                    <a:pt x="1429" y="700"/>
                  </a:moveTo>
                  <a:cubicBezTo>
                    <a:pt x="1429" y="305"/>
                    <a:pt x="1095" y="1"/>
                    <a:pt x="699" y="1"/>
                  </a:cubicBezTo>
                  <a:cubicBezTo>
                    <a:pt x="304" y="1"/>
                    <a:pt x="0" y="305"/>
                    <a:pt x="0" y="700"/>
                  </a:cubicBezTo>
                  <a:cubicBezTo>
                    <a:pt x="0" y="1095"/>
                    <a:pt x="304" y="1430"/>
                    <a:pt x="699" y="1430"/>
                  </a:cubicBezTo>
                  <a:cubicBezTo>
                    <a:pt x="1095" y="1430"/>
                    <a:pt x="1429" y="1095"/>
                    <a:pt x="1429" y="700"/>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2"/>
            <p:cNvSpPr/>
            <p:nvPr/>
          </p:nvSpPr>
          <p:spPr>
            <a:xfrm>
              <a:off x="6582716" y="833717"/>
              <a:ext cx="56790" cy="55623"/>
            </a:xfrm>
            <a:custGeom>
              <a:rect b="b" l="l" r="r" t="t"/>
              <a:pathLst>
                <a:path extrusionOk="0" fill="none" h="1430" w="1460">
                  <a:moveTo>
                    <a:pt x="1459" y="700"/>
                  </a:moveTo>
                  <a:cubicBezTo>
                    <a:pt x="1459" y="305"/>
                    <a:pt x="1125" y="1"/>
                    <a:pt x="730" y="1"/>
                  </a:cubicBezTo>
                  <a:cubicBezTo>
                    <a:pt x="335" y="1"/>
                    <a:pt x="0" y="305"/>
                    <a:pt x="0" y="700"/>
                  </a:cubicBezTo>
                  <a:cubicBezTo>
                    <a:pt x="0" y="1095"/>
                    <a:pt x="335" y="1430"/>
                    <a:pt x="730" y="1430"/>
                  </a:cubicBezTo>
                  <a:cubicBezTo>
                    <a:pt x="1125" y="1430"/>
                    <a:pt x="1459" y="1095"/>
                    <a:pt x="1459" y="700"/>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2"/>
            <p:cNvSpPr/>
            <p:nvPr/>
          </p:nvSpPr>
          <p:spPr>
            <a:xfrm>
              <a:off x="6691473" y="833717"/>
              <a:ext cx="55623" cy="55623"/>
            </a:xfrm>
            <a:custGeom>
              <a:rect b="b" l="l" r="r" t="t"/>
              <a:pathLst>
                <a:path extrusionOk="0" fill="none" h="1430" w="1430">
                  <a:moveTo>
                    <a:pt x="1429" y="700"/>
                  </a:moveTo>
                  <a:cubicBezTo>
                    <a:pt x="1429" y="305"/>
                    <a:pt x="1125" y="1"/>
                    <a:pt x="730" y="1"/>
                  </a:cubicBezTo>
                  <a:cubicBezTo>
                    <a:pt x="335" y="1"/>
                    <a:pt x="1" y="305"/>
                    <a:pt x="1" y="700"/>
                  </a:cubicBezTo>
                  <a:cubicBezTo>
                    <a:pt x="1" y="1095"/>
                    <a:pt x="335" y="1430"/>
                    <a:pt x="730" y="1430"/>
                  </a:cubicBezTo>
                  <a:cubicBezTo>
                    <a:pt x="1125" y="1430"/>
                    <a:pt x="1429" y="1095"/>
                    <a:pt x="1429" y="700"/>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2"/>
            <p:cNvSpPr/>
            <p:nvPr/>
          </p:nvSpPr>
          <p:spPr>
            <a:xfrm>
              <a:off x="6416001" y="1588057"/>
              <a:ext cx="1453094" cy="383101"/>
            </a:xfrm>
            <a:custGeom>
              <a:rect b="b" l="l" r="r" t="t"/>
              <a:pathLst>
                <a:path extrusionOk="0" fill="none" h="9849" w="37357">
                  <a:moveTo>
                    <a:pt x="35624" y="9848"/>
                  </a:moveTo>
                  <a:lnTo>
                    <a:pt x="1733" y="9848"/>
                  </a:lnTo>
                  <a:cubicBezTo>
                    <a:pt x="760" y="9848"/>
                    <a:pt x="0" y="9089"/>
                    <a:pt x="0" y="8116"/>
                  </a:cubicBezTo>
                  <a:lnTo>
                    <a:pt x="0" y="1763"/>
                  </a:lnTo>
                  <a:cubicBezTo>
                    <a:pt x="0" y="791"/>
                    <a:pt x="760" y="0"/>
                    <a:pt x="1733" y="0"/>
                  </a:cubicBezTo>
                  <a:lnTo>
                    <a:pt x="35624" y="0"/>
                  </a:lnTo>
                  <a:cubicBezTo>
                    <a:pt x="36597" y="0"/>
                    <a:pt x="37357" y="791"/>
                    <a:pt x="37357" y="1763"/>
                  </a:cubicBezTo>
                  <a:lnTo>
                    <a:pt x="37357" y="8116"/>
                  </a:lnTo>
                  <a:cubicBezTo>
                    <a:pt x="37357" y="9089"/>
                    <a:pt x="36597" y="9848"/>
                    <a:pt x="35624" y="984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2"/>
            <p:cNvSpPr/>
            <p:nvPr/>
          </p:nvSpPr>
          <p:spPr>
            <a:xfrm>
              <a:off x="6825086" y="1703932"/>
              <a:ext cx="942331" cy="39"/>
            </a:xfrm>
            <a:custGeom>
              <a:rect b="b" l="l" r="r" t="t"/>
              <a:pathLst>
                <a:path extrusionOk="0" fill="none" h="1" w="24226">
                  <a:moveTo>
                    <a:pt x="0" y="0"/>
                  </a:moveTo>
                  <a:lnTo>
                    <a:pt x="2422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2"/>
            <p:cNvSpPr/>
            <p:nvPr/>
          </p:nvSpPr>
          <p:spPr>
            <a:xfrm>
              <a:off x="6825086" y="1781961"/>
              <a:ext cx="942331" cy="39"/>
            </a:xfrm>
            <a:custGeom>
              <a:rect b="b" l="l" r="r" t="t"/>
              <a:pathLst>
                <a:path extrusionOk="0" fill="none" h="1" w="24226">
                  <a:moveTo>
                    <a:pt x="0" y="0"/>
                  </a:moveTo>
                  <a:lnTo>
                    <a:pt x="2422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2"/>
            <p:cNvSpPr/>
            <p:nvPr/>
          </p:nvSpPr>
          <p:spPr>
            <a:xfrm>
              <a:off x="6825086" y="1861156"/>
              <a:ext cx="806384" cy="39"/>
            </a:xfrm>
            <a:custGeom>
              <a:rect b="b" l="l" r="r" t="t"/>
              <a:pathLst>
                <a:path extrusionOk="0" fill="none" h="1" w="20731">
                  <a:moveTo>
                    <a:pt x="0" y="1"/>
                  </a:moveTo>
                  <a:lnTo>
                    <a:pt x="2073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2"/>
            <p:cNvSpPr/>
            <p:nvPr/>
          </p:nvSpPr>
          <p:spPr>
            <a:xfrm>
              <a:off x="6503481" y="1657800"/>
              <a:ext cx="245988" cy="244782"/>
            </a:xfrm>
            <a:custGeom>
              <a:rect b="b" l="l" r="r" t="t"/>
              <a:pathLst>
                <a:path extrusionOk="0" fill="none" h="6293" w="6324">
                  <a:moveTo>
                    <a:pt x="6323" y="3131"/>
                  </a:moveTo>
                  <a:cubicBezTo>
                    <a:pt x="6323" y="4894"/>
                    <a:pt x="4894" y="6293"/>
                    <a:pt x="3162" y="6293"/>
                  </a:cubicBezTo>
                  <a:cubicBezTo>
                    <a:pt x="1429" y="6293"/>
                    <a:pt x="1" y="4894"/>
                    <a:pt x="1" y="3131"/>
                  </a:cubicBezTo>
                  <a:cubicBezTo>
                    <a:pt x="1" y="1399"/>
                    <a:pt x="1429" y="1"/>
                    <a:pt x="3162" y="1"/>
                  </a:cubicBezTo>
                  <a:cubicBezTo>
                    <a:pt x="4894" y="1"/>
                    <a:pt x="6323" y="1399"/>
                    <a:pt x="6323" y="3131"/>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2"/>
            <p:cNvSpPr/>
            <p:nvPr/>
          </p:nvSpPr>
          <p:spPr>
            <a:xfrm>
              <a:off x="6568518" y="1711012"/>
              <a:ext cx="115915" cy="120621"/>
            </a:xfrm>
            <a:custGeom>
              <a:rect b="b" l="l" r="r" t="t"/>
              <a:pathLst>
                <a:path extrusionOk="0" fill="none" h="3101" w="2980">
                  <a:moveTo>
                    <a:pt x="2979" y="3101"/>
                  </a:moveTo>
                  <a:cubicBezTo>
                    <a:pt x="2979" y="2402"/>
                    <a:pt x="2523" y="1703"/>
                    <a:pt x="1915" y="1459"/>
                  </a:cubicBezTo>
                  <a:cubicBezTo>
                    <a:pt x="2128" y="1338"/>
                    <a:pt x="2280" y="1064"/>
                    <a:pt x="2280" y="791"/>
                  </a:cubicBezTo>
                  <a:cubicBezTo>
                    <a:pt x="2280" y="365"/>
                    <a:pt x="1946" y="0"/>
                    <a:pt x="1490" y="0"/>
                  </a:cubicBezTo>
                  <a:cubicBezTo>
                    <a:pt x="1034" y="0"/>
                    <a:pt x="700" y="365"/>
                    <a:pt x="700" y="791"/>
                  </a:cubicBezTo>
                  <a:cubicBezTo>
                    <a:pt x="700" y="1064"/>
                    <a:pt x="852" y="1338"/>
                    <a:pt x="1064" y="1459"/>
                  </a:cubicBezTo>
                  <a:cubicBezTo>
                    <a:pt x="456" y="1703"/>
                    <a:pt x="1" y="2402"/>
                    <a:pt x="1" y="3101"/>
                  </a:cubicBezTo>
                  <a:close/>
                </a:path>
              </a:pathLst>
            </a:custGeom>
            <a:noFill/>
            <a:ln cap="rnd" cmpd="sng" w="4550">
              <a:solidFill>
                <a:srgbClr val="E5A5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2"/>
            <p:cNvSpPr/>
            <p:nvPr/>
          </p:nvSpPr>
          <p:spPr>
            <a:xfrm>
              <a:off x="6416001" y="2052687"/>
              <a:ext cx="1453094" cy="383101"/>
            </a:xfrm>
            <a:custGeom>
              <a:rect b="b" l="l" r="r" t="t"/>
              <a:pathLst>
                <a:path extrusionOk="0" fill="none" h="9849" w="37357">
                  <a:moveTo>
                    <a:pt x="35624" y="9849"/>
                  </a:moveTo>
                  <a:lnTo>
                    <a:pt x="1733" y="9849"/>
                  </a:lnTo>
                  <a:cubicBezTo>
                    <a:pt x="760" y="9849"/>
                    <a:pt x="0" y="9059"/>
                    <a:pt x="0" y="8116"/>
                  </a:cubicBezTo>
                  <a:lnTo>
                    <a:pt x="0" y="1733"/>
                  </a:lnTo>
                  <a:cubicBezTo>
                    <a:pt x="0" y="791"/>
                    <a:pt x="760" y="1"/>
                    <a:pt x="1733" y="1"/>
                  </a:cubicBezTo>
                  <a:lnTo>
                    <a:pt x="35624" y="1"/>
                  </a:lnTo>
                  <a:cubicBezTo>
                    <a:pt x="36597" y="1"/>
                    <a:pt x="37357" y="791"/>
                    <a:pt x="37357" y="1733"/>
                  </a:cubicBezTo>
                  <a:lnTo>
                    <a:pt x="37357" y="8116"/>
                  </a:lnTo>
                  <a:cubicBezTo>
                    <a:pt x="37357" y="9059"/>
                    <a:pt x="36597" y="9849"/>
                    <a:pt x="35624" y="984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2"/>
            <p:cNvSpPr/>
            <p:nvPr/>
          </p:nvSpPr>
          <p:spPr>
            <a:xfrm>
              <a:off x="6825086" y="2167396"/>
              <a:ext cx="942331" cy="39"/>
            </a:xfrm>
            <a:custGeom>
              <a:rect b="b" l="l" r="r" t="t"/>
              <a:pathLst>
                <a:path extrusionOk="0" fill="none" h="1" w="24226">
                  <a:moveTo>
                    <a:pt x="0" y="0"/>
                  </a:moveTo>
                  <a:lnTo>
                    <a:pt x="2422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2"/>
            <p:cNvSpPr/>
            <p:nvPr/>
          </p:nvSpPr>
          <p:spPr>
            <a:xfrm>
              <a:off x="6825086" y="2246591"/>
              <a:ext cx="942331" cy="39"/>
            </a:xfrm>
            <a:custGeom>
              <a:rect b="b" l="l" r="r" t="t"/>
              <a:pathLst>
                <a:path extrusionOk="0" fill="none" h="1" w="24226">
                  <a:moveTo>
                    <a:pt x="0" y="1"/>
                  </a:moveTo>
                  <a:lnTo>
                    <a:pt x="24226"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2"/>
            <p:cNvSpPr/>
            <p:nvPr/>
          </p:nvSpPr>
          <p:spPr>
            <a:xfrm>
              <a:off x="6825086" y="2325825"/>
              <a:ext cx="431568" cy="39"/>
            </a:xfrm>
            <a:custGeom>
              <a:rect b="b" l="l" r="r" t="t"/>
              <a:pathLst>
                <a:path extrusionOk="0" fill="none" h="1" w="11095">
                  <a:moveTo>
                    <a:pt x="0" y="0"/>
                  </a:moveTo>
                  <a:lnTo>
                    <a:pt x="1109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2"/>
            <p:cNvSpPr/>
            <p:nvPr/>
          </p:nvSpPr>
          <p:spPr>
            <a:xfrm>
              <a:off x="6486950" y="2104732"/>
              <a:ext cx="279051" cy="279051"/>
            </a:xfrm>
            <a:custGeom>
              <a:rect b="b" l="l" r="r" t="t"/>
              <a:pathLst>
                <a:path extrusionOk="0" fill="none" h="7174" w="7174">
                  <a:moveTo>
                    <a:pt x="4894" y="699"/>
                  </a:moveTo>
                  <a:cubicBezTo>
                    <a:pt x="6475" y="1429"/>
                    <a:pt x="7174" y="3283"/>
                    <a:pt x="6475" y="4863"/>
                  </a:cubicBezTo>
                  <a:cubicBezTo>
                    <a:pt x="5745" y="6474"/>
                    <a:pt x="3891" y="7174"/>
                    <a:pt x="2310" y="6474"/>
                  </a:cubicBezTo>
                  <a:cubicBezTo>
                    <a:pt x="699" y="5745"/>
                    <a:pt x="0" y="3891"/>
                    <a:pt x="699" y="2310"/>
                  </a:cubicBezTo>
                  <a:cubicBezTo>
                    <a:pt x="1429" y="699"/>
                    <a:pt x="3283" y="0"/>
                    <a:pt x="4894" y="69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2"/>
            <p:cNvSpPr/>
            <p:nvPr/>
          </p:nvSpPr>
          <p:spPr>
            <a:xfrm>
              <a:off x="6568518" y="2174475"/>
              <a:ext cx="115915" cy="120621"/>
            </a:xfrm>
            <a:custGeom>
              <a:rect b="b" l="l" r="r" t="t"/>
              <a:pathLst>
                <a:path extrusionOk="0" fill="none" h="3101" w="2980">
                  <a:moveTo>
                    <a:pt x="2979" y="3101"/>
                  </a:moveTo>
                  <a:cubicBezTo>
                    <a:pt x="2979" y="2432"/>
                    <a:pt x="2523" y="1733"/>
                    <a:pt x="1915" y="1490"/>
                  </a:cubicBezTo>
                  <a:cubicBezTo>
                    <a:pt x="2128" y="1338"/>
                    <a:pt x="2280" y="1095"/>
                    <a:pt x="2280" y="821"/>
                  </a:cubicBezTo>
                  <a:cubicBezTo>
                    <a:pt x="2280" y="365"/>
                    <a:pt x="1946" y="1"/>
                    <a:pt x="1490" y="1"/>
                  </a:cubicBezTo>
                  <a:cubicBezTo>
                    <a:pt x="1034" y="1"/>
                    <a:pt x="700" y="365"/>
                    <a:pt x="700" y="821"/>
                  </a:cubicBezTo>
                  <a:cubicBezTo>
                    <a:pt x="700" y="1095"/>
                    <a:pt x="852" y="1338"/>
                    <a:pt x="1064" y="1490"/>
                  </a:cubicBezTo>
                  <a:cubicBezTo>
                    <a:pt x="456" y="1733"/>
                    <a:pt x="1" y="2432"/>
                    <a:pt x="1" y="3101"/>
                  </a:cubicBezTo>
                  <a:close/>
                </a:path>
              </a:pathLst>
            </a:custGeom>
            <a:noFill/>
            <a:ln cap="rnd" cmpd="sng" w="4550">
              <a:solidFill>
                <a:srgbClr val="E5A5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2"/>
            <p:cNvSpPr/>
            <p:nvPr/>
          </p:nvSpPr>
          <p:spPr>
            <a:xfrm>
              <a:off x="7436321" y="1067841"/>
              <a:ext cx="432774" cy="433941"/>
            </a:xfrm>
            <a:custGeom>
              <a:rect b="b" l="l" r="r" t="t"/>
              <a:pathLst>
                <a:path extrusionOk="0" fill="none" h="11156" w="11126">
                  <a:moveTo>
                    <a:pt x="9150" y="11155"/>
                  </a:moveTo>
                  <a:lnTo>
                    <a:pt x="1946" y="11155"/>
                  </a:lnTo>
                  <a:cubicBezTo>
                    <a:pt x="882" y="11155"/>
                    <a:pt x="1" y="10274"/>
                    <a:pt x="1" y="9180"/>
                  </a:cubicBezTo>
                  <a:lnTo>
                    <a:pt x="1" y="1976"/>
                  </a:lnTo>
                  <a:cubicBezTo>
                    <a:pt x="1" y="882"/>
                    <a:pt x="882" y="0"/>
                    <a:pt x="1946" y="0"/>
                  </a:cubicBezTo>
                  <a:lnTo>
                    <a:pt x="9150" y="0"/>
                  </a:lnTo>
                  <a:cubicBezTo>
                    <a:pt x="10244" y="0"/>
                    <a:pt x="11126" y="882"/>
                    <a:pt x="11126" y="1976"/>
                  </a:cubicBezTo>
                  <a:lnTo>
                    <a:pt x="11126" y="9180"/>
                  </a:lnTo>
                  <a:cubicBezTo>
                    <a:pt x="11126" y="10274"/>
                    <a:pt x="10244" y="11155"/>
                    <a:pt x="9150" y="1115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2"/>
            <p:cNvSpPr/>
            <p:nvPr/>
          </p:nvSpPr>
          <p:spPr>
            <a:xfrm>
              <a:off x="7530920" y="1163607"/>
              <a:ext cx="243615" cy="242409"/>
            </a:xfrm>
            <a:custGeom>
              <a:rect b="b" l="l" r="r" t="t"/>
              <a:pathLst>
                <a:path extrusionOk="0" fill="none" h="6232" w="6263">
                  <a:moveTo>
                    <a:pt x="6019" y="2888"/>
                  </a:moveTo>
                  <a:lnTo>
                    <a:pt x="6262" y="2706"/>
                  </a:lnTo>
                  <a:lnTo>
                    <a:pt x="6141" y="2250"/>
                  </a:lnTo>
                  <a:lnTo>
                    <a:pt x="5867" y="2158"/>
                  </a:lnTo>
                  <a:cubicBezTo>
                    <a:pt x="5776" y="1885"/>
                    <a:pt x="5654" y="1672"/>
                    <a:pt x="5533" y="1459"/>
                  </a:cubicBezTo>
                  <a:lnTo>
                    <a:pt x="5624" y="1216"/>
                  </a:lnTo>
                  <a:lnTo>
                    <a:pt x="5320" y="851"/>
                  </a:lnTo>
                  <a:lnTo>
                    <a:pt x="5016" y="912"/>
                  </a:lnTo>
                  <a:cubicBezTo>
                    <a:pt x="4834" y="730"/>
                    <a:pt x="4621" y="578"/>
                    <a:pt x="4378" y="487"/>
                  </a:cubicBezTo>
                  <a:lnTo>
                    <a:pt x="4347" y="213"/>
                  </a:lnTo>
                  <a:lnTo>
                    <a:pt x="3891" y="61"/>
                  </a:lnTo>
                  <a:lnTo>
                    <a:pt x="3679" y="243"/>
                  </a:lnTo>
                  <a:cubicBezTo>
                    <a:pt x="3405" y="213"/>
                    <a:pt x="3162" y="183"/>
                    <a:pt x="2888" y="213"/>
                  </a:cubicBezTo>
                  <a:lnTo>
                    <a:pt x="2736" y="0"/>
                  </a:lnTo>
                  <a:lnTo>
                    <a:pt x="2250" y="91"/>
                  </a:lnTo>
                  <a:lnTo>
                    <a:pt x="2159" y="365"/>
                  </a:lnTo>
                  <a:cubicBezTo>
                    <a:pt x="1916" y="456"/>
                    <a:pt x="1672" y="578"/>
                    <a:pt x="1460" y="699"/>
                  </a:cubicBezTo>
                  <a:lnTo>
                    <a:pt x="1216" y="608"/>
                  </a:lnTo>
                  <a:lnTo>
                    <a:pt x="852" y="943"/>
                  </a:lnTo>
                  <a:lnTo>
                    <a:pt x="913" y="1216"/>
                  </a:lnTo>
                  <a:cubicBezTo>
                    <a:pt x="761" y="1399"/>
                    <a:pt x="609" y="1642"/>
                    <a:pt x="487" y="1854"/>
                  </a:cubicBezTo>
                  <a:lnTo>
                    <a:pt x="213" y="1885"/>
                  </a:lnTo>
                  <a:lnTo>
                    <a:pt x="61" y="2371"/>
                  </a:lnTo>
                  <a:lnTo>
                    <a:pt x="274" y="2554"/>
                  </a:lnTo>
                  <a:cubicBezTo>
                    <a:pt x="213" y="2827"/>
                    <a:pt x="213" y="3070"/>
                    <a:pt x="213" y="3344"/>
                  </a:cubicBezTo>
                  <a:lnTo>
                    <a:pt x="1" y="3526"/>
                  </a:lnTo>
                  <a:lnTo>
                    <a:pt x="92" y="3982"/>
                  </a:lnTo>
                  <a:lnTo>
                    <a:pt x="365" y="4073"/>
                  </a:lnTo>
                  <a:cubicBezTo>
                    <a:pt x="457" y="4316"/>
                    <a:pt x="578" y="4560"/>
                    <a:pt x="730" y="4772"/>
                  </a:cubicBezTo>
                  <a:lnTo>
                    <a:pt x="639" y="5016"/>
                  </a:lnTo>
                  <a:lnTo>
                    <a:pt x="943" y="5380"/>
                  </a:lnTo>
                  <a:lnTo>
                    <a:pt x="1216" y="5320"/>
                  </a:lnTo>
                  <a:cubicBezTo>
                    <a:pt x="1429" y="5472"/>
                    <a:pt x="1642" y="5623"/>
                    <a:pt x="1885" y="5745"/>
                  </a:cubicBezTo>
                  <a:lnTo>
                    <a:pt x="1916" y="6019"/>
                  </a:lnTo>
                  <a:lnTo>
                    <a:pt x="2372" y="6171"/>
                  </a:lnTo>
                  <a:lnTo>
                    <a:pt x="2584" y="5958"/>
                  </a:lnTo>
                  <a:cubicBezTo>
                    <a:pt x="2827" y="6019"/>
                    <a:pt x="3101" y="6019"/>
                    <a:pt x="3375" y="6019"/>
                  </a:cubicBezTo>
                  <a:lnTo>
                    <a:pt x="3527" y="6231"/>
                  </a:lnTo>
                  <a:lnTo>
                    <a:pt x="4013" y="6140"/>
                  </a:lnTo>
                  <a:lnTo>
                    <a:pt x="4104" y="5867"/>
                  </a:lnTo>
                  <a:cubicBezTo>
                    <a:pt x="4347" y="5775"/>
                    <a:pt x="4560" y="5654"/>
                    <a:pt x="4773" y="5502"/>
                  </a:cubicBezTo>
                  <a:lnTo>
                    <a:pt x="5046" y="5623"/>
                  </a:lnTo>
                  <a:lnTo>
                    <a:pt x="5411" y="5289"/>
                  </a:lnTo>
                  <a:lnTo>
                    <a:pt x="5320" y="5016"/>
                  </a:lnTo>
                  <a:cubicBezTo>
                    <a:pt x="5502" y="4803"/>
                    <a:pt x="5654" y="4590"/>
                    <a:pt x="5745" y="4347"/>
                  </a:cubicBezTo>
                  <a:lnTo>
                    <a:pt x="6019" y="4316"/>
                  </a:lnTo>
                  <a:lnTo>
                    <a:pt x="6171" y="3861"/>
                  </a:lnTo>
                  <a:lnTo>
                    <a:pt x="5989" y="3648"/>
                  </a:lnTo>
                  <a:cubicBezTo>
                    <a:pt x="6049" y="3405"/>
                    <a:pt x="6049" y="3131"/>
                    <a:pt x="6019" y="2888"/>
                  </a:cubicBezTo>
                  <a:close/>
                  <a:moveTo>
                    <a:pt x="3131" y="4225"/>
                  </a:moveTo>
                  <a:cubicBezTo>
                    <a:pt x="2493" y="4225"/>
                    <a:pt x="2007" y="3739"/>
                    <a:pt x="2007" y="3101"/>
                  </a:cubicBezTo>
                  <a:cubicBezTo>
                    <a:pt x="2007" y="2493"/>
                    <a:pt x="2493" y="1976"/>
                    <a:pt x="3131" y="1976"/>
                  </a:cubicBezTo>
                  <a:cubicBezTo>
                    <a:pt x="3739" y="1976"/>
                    <a:pt x="4256" y="2493"/>
                    <a:pt x="4256" y="3101"/>
                  </a:cubicBezTo>
                  <a:cubicBezTo>
                    <a:pt x="4256" y="3739"/>
                    <a:pt x="3739" y="4225"/>
                    <a:pt x="3131" y="4225"/>
                  </a:cubicBezTo>
                  <a:close/>
                  <a:moveTo>
                    <a:pt x="3131" y="4712"/>
                  </a:moveTo>
                  <a:cubicBezTo>
                    <a:pt x="2250" y="4712"/>
                    <a:pt x="1520" y="3982"/>
                    <a:pt x="1520" y="3101"/>
                  </a:cubicBezTo>
                  <a:cubicBezTo>
                    <a:pt x="1520" y="2219"/>
                    <a:pt x="2250" y="1520"/>
                    <a:pt x="3131" y="1520"/>
                  </a:cubicBezTo>
                  <a:cubicBezTo>
                    <a:pt x="4013" y="1520"/>
                    <a:pt x="4742" y="2219"/>
                    <a:pt x="4742" y="3101"/>
                  </a:cubicBezTo>
                  <a:cubicBezTo>
                    <a:pt x="4742" y="3982"/>
                    <a:pt x="4013" y="4712"/>
                    <a:pt x="3131" y="4712"/>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2"/>
            <p:cNvSpPr/>
            <p:nvPr/>
          </p:nvSpPr>
          <p:spPr>
            <a:xfrm>
              <a:off x="6925597" y="1067841"/>
              <a:ext cx="433941" cy="433941"/>
            </a:xfrm>
            <a:custGeom>
              <a:rect b="b" l="l" r="r" t="t"/>
              <a:pathLst>
                <a:path extrusionOk="0" fill="none" h="11156" w="11156">
                  <a:moveTo>
                    <a:pt x="9180" y="11155"/>
                  </a:moveTo>
                  <a:lnTo>
                    <a:pt x="1976" y="11155"/>
                  </a:lnTo>
                  <a:cubicBezTo>
                    <a:pt x="882" y="11155"/>
                    <a:pt x="0" y="10274"/>
                    <a:pt x="0" y="9180"/>
                  </a:cubicBezTo>
                  <a:lnTo>
                    <a:pt x="0" y="1976"/>
                  </a:lnTo>
                  <a:cubicBezTo>
                    <a:pt x="0" y="882"/>
                    <a:pt x="882" y="0"/>
                    <a:pt x="1976" y="0"/>
                  </a:cubicBezTo>
                  <a:lnTo>
                    <a:pt x="9180" y="0"/>
                  </a:lnTo>
                  <a:cubicBezTo>
                    <a:pt x="10274" y="0"/>
                    <a:pt x="11155" y="882"/>
                    <a:pt x="11155" y="1976"/>
                  </a:cubicBezTo>
                  <a:lnTo>
                    <a:pt x="11155" y="9180"/>
                  </a:lnTo>
                  <a:cubicBezTo>
                    <a:pt x="11155" y="10274"/>
                    <a:pt x="10274" y="11155"/>
                    <a:pt x="9180" y="1115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2"/>
            <p:cNvSpPr/>
            <p:nvPr/>
          </p:nvSpPr>
          <p:spPr>
            <a:xfrm>
              <a:off x="6996507" y="1222731"/>
              <a:ext cx="286169" cy="166715"/>
            </a:xfrm>
            <a:custGeom>
              <a:rect b="b" l="l" r="r" t="t"/>
              <a:pathLst>
                <a:path extrusionOk="0" fill="none" h="4286" w="7357">
                  <a:moveTo>
                    <a:pt x="7357" y="4286"/>
                  </a:moveTo>
                  <a:lnTo>
                    <a:pt x="1" y="4286"/>
                  </a:lnTo>
                  <a:lnTo>
                    <a:pt x="2919" y="0"/>
                  </a:lnTo>
                  <a:lnTo>
                    <a:pt x="4651" y="3040"/>
                  </a:lnTo>
                  <a:lnTo>
                    <a:pt x="5746" y="1337"/>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2"/>
            <p:cNvSpPr/>
            <p:nvPr/>
          </p:nvSpPr>
          <p:spPr>
            <a:xfrm>
              <a:off x="7175047" y="1171892"/>
              <a:ext cx="50878" cy="50878"/>
            </a:xfrm>
            <a:custGeom>
              <a:rect b="b" l="l" r="r" t="t"/>
              <a:pathLst>
                <a:path extrusionOk="0" fill="none" h="1308" w="1308">
                  <a:moveTo>
                    <a:pt x="1308" y="669"/>
                  </a:moveTo>
                  <a:cubicBezTo>
                    <a:pt x="1308" y="304"/>
                    <a:pt x="1034" y="0"/>
                    <a:pt x="669" y="0"/>
                  </a:cubicBezTo>
                  <a:cubicBezTo>
                    <a:pt x="304" y="0"/>
                    <a:pt x="1" y="304"/>
                    <a:pt x="1" y="669"/>
                  </a:cubicBezTo>
                  <a:cubicBezTo>
                    <a:pt x="1" y="1034"/>
                    <a:pt x="304" y="1307"/>
                    <a:pt x="669" y="1307"/>
                  </a:cubicBezTo>
                  <a:cubicBezTo>
                    <a:pt x="1034" y="1307"/>
                    <a:pt x="1308" y="1034"/>
                    <a:pt x="1308" y="66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2"/>
            <p:cNvSpPr/>
            <p:nvPr/>
          </p:nvSpPr>
          <p:spPr>
            <a:xfrm>
              <a:off x="6416001" y="1067841"/>
              <a:ext cx="432774" cy="433941"/>
            </a:xfrm>
            <a:custGeom>
              <a:rect b="b" l="l" r="r" t="t"/>
              <a:pathLst>
                <a:path extrusionOk="0" fill="none" h="11156" w="11126">
                  <a:moveTo>
                    <a:pt x="9150" y="11155"/>
                  </a:moveTo>
                  <a:lnTo>
                    <a:pt x="1946" y="11155"/>
                  </a:lnTo>
                  <a:cubicBezTo>
                    <a:pt x="882" y="11155"/>
                    <a:pt x="0" y="10274"/>
                    <a:pt x="0" y="9180"/>
                  </a:cubicBezTo>
                  <a:lnTo>
                    <a:pt x="0" y="1976"/>
                  </a:lnTo>
                  <a:cubicBezTo>
                    <a:pt x="0" y="882"/>
                    <a:pt x="882" y="0"/>
                    <a:pt x="1946" y="0"/>
                  </a:cubicBezTo>
                  <a:lnTo>
                    <a:pt x="9150" y="0"/>
                  </a:lnTo>
                  <a:cubicBezTo>
                    <a:pt x="10244" y="0"/>
                    <a:pt x="11125" y="882"/>
                    <a:pt x="11125" y="1976"/>
                  </a:cubicBezTo>
                  <a:lnTo>
                    <a:pt x="11125" y="9180"/>
                  </a:lnTo>
                  <a:cubicBezTo>
                    <a:pt x="11125" y="10274"/>
                    <a:pt x="10244" y="11155"/>
                    <a:pt x="9150" y="1115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2"/>
            <p:cNvSpPr/>
            <p:nvPr/>
          </p:nvSpPr>
          <p:spPr>
            <a:xfrm>
              <a:off x="6523591" y="1209701"/>
              <a:ext cx="217593" cy="151389"/>
            </a:xfrm>
            <a:custGeom>
              <a:rect b="b" l="l" r="r" t="t"/>
              <a:pathLst>
                <a:path extrusionOk="0" fill="none" h="3892" w="5594">
                  <a:moveTo>
                    <a:pt x="1" y="1"/>
                  </a:moveTo>
                  <a:lnTo>
                    <a:pt x="5593" y="1"/>
                  </a:lnTo>
                  <a:lnTo>
                    <a:pt x="5593" y="3891"/>
                  </a:lnTo>
                  <a:lnTo>
                    <a:pt x="1" y="3891"/>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2"/>
            <p:cNvSpPr/>
            <p:nvPr/>
          </p:nvSpPr>
          <p:spPr>
            <a:xfrm>
              <a:off x="6523591" y="1209701"/>
              <a:ext cx="217593" cy="88725"/>
            </a:xfrm>
            <a:custGeom>
              <a:rect b="b" l="l" r="r" t="t"/>
              <a:pathLst>
                <a:path extrusionOk="0" fill="none" h="2281" w="5594">
                  <a:moveTo>
                    <a:pt x="1" y="1"/>
                  </a:moveTo>
                  <a:lnTo>
                    <a:pt x="2371" y="2068"/>
                  </a:lnTo>
                  <a:cubicBezTo>
                    <a:pt x="2615" y="2280"/>
                    <a:pt x="2979" y="2280"/>
                    <a:pt x="3222" y="2068"/>
                  </a:cubicBezTo>
                  <a:lnTo>
                    <a:pt x="559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2"/>
            <p:cNvSpPr/>
            <p:nvPr/>
          </p:nvSpPr>
          <p:spPr>
            <a:xfrm>
              <a:off x="6654831" y="1286562"/>
              <a:ext cx="86352" cy="74528"/>
            </a:xfrm>
            <a:custGeom>
              <a:rect b="b" l="l" r="r" t="t"/>
              <a:pathLst>
                <a:path extrusionOk="0" fill="none" h="1916" w="2220">
                  <a:moveTo>
                    <a:pt x="2219" y="1915"/>
                  </a:move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2"/>
            <p:cNvSpPr/>
            <p:nvPr/>
          </p:nvSpPr>
          <p:spPr>
            <a:xfrm>
              <a:off x="6523591" y="1286562"/>
              <a:ext cx="86352" cy="74528"/>
            </a:xfrm>
            <a:custGeom>
              <a:rect b="b" l="l" r="r" t="t"/>
              <a:pathLst>
                <a:path extrusionOk="0" fill="none" h="1916" w="2220">
                  <a:moveTo>
                    <a:pt x="1" y="1915"/>
                  </a:moveTo>
                  <a:lnTo>
                    <a:pt x="2219" y="0"/>
                  </a:lnTo>
                </a:path>
              </a:pathLst>
            </a:custGeom>
            <a:noFill/>
            <a:ln cap="rnd" cmpd="sng" w="9525">
              <a:solidFill>
                <a:srgbClr val="E5A5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2"/>
            <p:cNvSpPr/>
            <p:nvPr/>
          </p:nvSpPr>
          <p:spPr>
            <a:xfrm>
              <a:off x="6416001" y="2516151"/>
              <a:ext cx="1453094" cy="827661"/>
            </a:xfrm>
            <a:custGeom>
              <a:rect b="b" l="l" r="r" t="t"/>
              <a:pathLst>
                <a:path extrusionOk="0" fill="none" h="21278" w="37357">
                  <a:moveTo>
                    <a:pt x="35624" y="21278"/>
                  </a:moveTo>
                  <a:lnTo>
                    <a:pt x="1733" y="21278"/>
                  </a:lnTo>
                  <a:cubicBezTo>
                    <a:pt x="760" y="21278"/>
                    <a:pt x="0" y="20487"/>
                    <a:pt x="0" y="19515"/>
                  </a:cubicBezTo>
                  <a:lnTo>
                    <a:pt x="0" y="1764"/>
                  </a:lnTo>
                  <a:cubicBezTo>
                    <a:pt x="0" y="791"/>
                    <a:pt x="760" y="1"/>
                    <a:pt x="1733" y="1"/>
                  </a:cubicBezTo>
                  <a:lnTo>
                    <a:pt x="35624" y="1"/>
                  </a:lnTo>
                  <a:cubicBezTo>
                    <a:pt x="36597" y="1"/>
                    <a:pt x="37357" y="791"/>
                    <a:pt x="37357" y="1764"/>
                  </a:cubicBezTo>
                  <a:lnTo>
                    <a:pt x="37357" y="19515"/>
                  </a:lnTo>
                  <a:cubicBezTo>
                    <a:pt x="37357" y="20487"/>
                    <a:pt x="36597" y="21278"/>
                    <a:pt x="35624" y="2127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2"/>
            <p:cNvSpPr/>
            <p:nvPr/>
          </p:nvSpPr>
          <p:spPr>
            <a:xfrm>
              <a:off x="6971691" y="2737244"/>
              <a:ext cx="335802" cy="335841"/>
            </a:xfrm>
            <a:custGeom>
              <a:rect b="b" l="l" r="r" t="t"/>
              <a:pathLst>
                <a:path extrusionOk="0" fill="none" h="8634" w="8633">
                  <a:moveTo>
                    <a:pt x="7083" y="1551"/>
                  </a:moveTo>
                  <a:cubicBezTo>
                    <a:pt x="8633" y="3071"/>
                    <a:pt x="8633" y="5563"/>
                    <a:pt x="7083" y="7113"/>
                  </a:cubicBezTo>
                  <a:cubicBezTo>
                    <a:pt x="5563" y="8633"/>
                    <a:pt x="3070" y="8633"/>
                    <a:pt x="1520" y="7113"/>
                  </a:cubicBezTo>
                  <a:cubicBezTo>
                    <a:pt x="0" y="5563"/>
                    <a:pt x="0" y="3071"/>
                    <a:pt x="1520" y="1551"/>
                  </a:cubicBezTo>
                  <a:cubicBezTo>
                    <a:pt x="3070" y="1"/>
                    <a:pt x="5563" y="1"/>
                    <a:pt x="7083" y="1551"/>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2"/>
            <p:cNvSpPr/>
            <p:nvPr/>
          </p:nvSpPr>
          <p:spPr>
            <a:xfrm>
              <a:off x="7105303" y="2848374"/>
              <a:ext cx="99344" cy="114748"/>
            </a:xfrm>
            <a:custGeom>
              <a:rect b="b" l="l" r="r" t="t"/>
              <a:pathLst>
                <a:path extrusionOk="0" fill="none" h="2950" w="2554">
                  <a:moveTo>
                    <a:pt x="2371" y="1217"/>
                  </a:moveTo>
                  <a:lnTo>
                    <a:pt x="426" y="92"/>
                  </a:lnTo>
                  <a:cubicBezTo>
                    <a:pt x="243" y="1"/>
                    <a:pt x="0" y="123"/>
                    <a:pt x="0" y="366"/>
                  </a:cubicBezTo>
                  <a:lnTo>
                    <a:pt x="0" y="2585"/>
                  </a:lnTo>
                  <a:cubicBezTo>
                    <a:pt x="0" y="2797"/>
                    <a:pt x="243" y="2949"/>
                    <a:pt x="426" y="2828"/>
                  </a:cubicBezTo>
                  <a:lnTo>
                    <a:pt x="2371" y="1734"/>
                  </a:lnTo>
                  <a:cubicBezTo>
                    <a:pt x="2553" y="1612"/>
                    <a:pt x="2553" y="1338"/>
                    <a:pt x="2371" y="1217"/>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2"/>
            <p:cNvSpPr/>
            <p:nvPr/>
          </p:nvSpPr>
          <p:spPr>
            <a:xfrm>
              <a:off x="6626424" y="3198689"/>
              <a:ext cx="1148128" cy="27225"/>
            </a:xfrm>
            <a:custGeom>
              <a:rect b="b" l="l" r="r" t="t"/>
              <a:pathLst>
                <a:path extrusionOk="0" fill="none" h="1" w="26294">
                  <a:moveTo>
                    <a:pt x="1" y="0"/>
                  </a:moveTo>
                  <a:lnTo>
                    <a:pt x="26293"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2"/>
            <p:cNvSpPr/>
            <p:nvPr/>
          </p:nvSpPr>
          <p:spPr>
            <a:xfrm>
              <a:off x="6626436" y="3198374"/>
              <a:ext cx="331096" cy="39"/>
            </a:xfrm>
            <a:custGeom>
              <a:rect b="b" l="l" r="r" t="t"/>
              <a:pathLst>
                <a:path extrusionOk="0" fill="none" h="1" w="8512">
                  <a:moveTo>
                    <a:pt x="1" y="0"/>
                  </a:moveTo>
                  <a:lnTo>
                    <a:pt x="851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2"/>
            <p:cNvSpPr/>
            <p:nvPr/>
          </p:nvSpPr>
          <p:spPr>
            <a:xfrm>
              <a:off x="6907860" y="3168812"/>
              <a:ext cx="57957" cy="59124"/>
            </a:xfrm>
            <a:custGeom>
              <a:rect b="b" l="l" r="r" t="t"/>
              <a:pathLst>
                <a:path extrusionOk="0" h="1520" w="1490">
                  <a:moveTo>
                    <a:pt x="760" y="0"/>
                  </a:moveTo>
                  <a:cubicBezTo>
                    <a:pt x="334" y="0"/>
                    <a:pt x="0" y="335"/>
                    <a:pt x="0" y="760"/>
                  </a:cubicBezTo>
                  <a:cubicBezTo>
                    <a:pt x="0" y="1186"/>
                    <a:pt x="334" y="1520"/>
                    <a:pt x="760" y="1520"/>
                  </a:cubicBezTo>
                  <a:cubicBezTo>
                    <a:pt x="1155" y="1520"/>
                    <a:pt x="1489" y="1186"/>
                    <a:pt x="1489" y="760"/>
                  </a:cubicBezTo>
                  <a:cubicBezTo>
                    <a:pt x="1489" y="335"/>
                    <a:pt x="1155" y="0"/>
                    <a:pt x="7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2"/>
            <p:cNvSpPr/>
            <p:nvPr/>
          </p:nvSpPr>
          <p:spPr>
            <a:xfrm>
              <a:off x="6484577" y="3179431"/>
              <a:ext cx="22483" cy="37886"/>
            </a:xfrm>
            <a:custGeom>
              <a:rect b="b" l="l" r="r" t="t"/>
              <a:pathLst>
                <a:path extrusionOk="0" h="974" w="578">
                  <a:moveTo>
                    <a:pt x="244" y="1"/>
                  </a:moveTo>
                  <a:lnTo>
                    <a:pt x="0" y="62"/>
                  </a:lnTo>
                  <a:lnTo>
                    <a:pt x="0" y="153"/>
                  </a:lnTo>
                  <a:lnTo>
                    <a:pt x="244" y="122"/>
                  </a:lnTo>
                  <a:lnTo>
                    <a:pt x="244" y="852"/>
                  </a:lnTo>
                  <a:lnTo>
                    <a:pt x="31" y="852"/>
                  </a:lnTo>
                  <a:lnTo>
                    <a:pt x="31" y="973"/>
                  </a:lnTo>
                  <a:lnTo>
                    <a:pt x="578" y="973"/>
                  </a:lnTo>
                  <a:lnTo>
                    <a:pt x="578" y="852"/>
                  </a:lnTo>
                  <a:lnTo>
                    <a:pt x="365" y="852"/>
                  </a:lnTo>
                  <a:lnTo>
                    <a:pt x="365" y="1"/>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2"/>
            <p:cNvSpPr/>
            <p:nvPr/>
          </p:nvSpPr>
          <p:spPr>
            <a:xfrm>
              <a:off x="6517679" y="3190089"/>
              <a:ext cx="5951" cy="27228"/>
            </a:xfrm>
            <a:custGeom>
              <a:rect b="b" l="l" r="r" t="t"/>
              <a:pathLst>
                <a:path extrusionOk="0" h="700" w="153">
                  <a:moveTo>
                    <a:pt x="1" y="0"/>
                  </a:moveTo>
                  <a:lnTo>
                    <a:pt x="1" y="183"/>
                  </a:lnTo>
                  <a:lnTo>
                    <a:pt x="153" y="183"/>
                  </a:lnTo>
                  <a:lnTo>
                    <a:pt x="153" y="0"/>
                  </a:lnTo>
                  <a:close/>
                  <a:moveTo>
                    <a:pt x="1" y="517"/>
                  </a:moveTo>
                  <a:lnTo>
                    <a:pt x="1" y="699"/>
                  </a:lnTo>
                  <a:lnTo>
                    <a:pt x="153" y="699"/>
                  </a:lnTo>
                  <a:lnTo>
                    <a:pt x="153" y="517"/>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2"/>
            <p:cNvSpPr/>
            <p:nvPr/>
          </p:nvSpPr>
          <p:spPr>
            <a:xfrm>
              <a:off x="6531876" y="3179431"/>
              <a:ext cx="27228" cy="37886"/>
            </a:xfrm>
            <a:custGeom>
              <a:rect b="b" l="l" r="r" t="t"/>
              <a:pathLst>
                <a:path extrusionOk="0" h="974" w="700">
                  <a:moveTo>
                    <a:pt x="456" y="122"/>
                  </a:moveTo>
                  <a:lnTo>
                    <a:pt x="456" y="639"/>
                  </a:lnTo>
                  <a:lnTo>
                    <a:pt x="122" y="639"/>
                  </a:lnTo>
                  <a:lnTo>
                    <a:pt x="456" y="122"/>
                  </a:lnTo>
                  <a:close/>
                  <a:moveTo>
                    <a:pt x="395" y="1"/>
                  </a:moveTo>
                  <a:lnTo>
                    <a:pt x="0" y="609"/>
                  </a:lnTo>
                  <a:lnTo>
                    <a:pt x="0" y="730"/>
                  </a:lnTo>
                  <a:lnTo>
                    <a:pt x="456" y="730"/>
                  </a:lnTo>
                  <a:lnTo>
                    <a:pt x="456" y="973"/>
                  </a:lnTo>
                  <a:lnTo>
                    <a:pt x="578" y="973"/>
                  </a:lnTo>
                  <a:lnTo>
                    <a:pt x="578" y="730"/>
                  </a:lnTo>
                  <a:lnTo>
                    <a:pt x="699" y="730"/>
                  </a:lnTo>
                  <a:lnTo>
                    <a:pt x="699" y="639"/>
                  </a:lnTo>
                  <a:lnTo>
                    <a:pt x="578" y="639"/>
                  </a:lnTo>
                  <a:lnTo>
                    <a:pt x="578" y="1"/>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2"/>
            <p:cNvSpPr/>
            <p:nvPr/>
          </p:nvSpPr>
          <p:spPr>
            <a:xfrm>
              <a:off x="6566145" y="3178264"/>
              <a:ext cx="26061" cy="40220"/>
            </a:xfrm>
            <a:custGeom>
              <a:rect b="b" l="l" r="r" t="t"/>
              <a:pathLst>
                <a:path extrusionOk="0" h="1034" w="670">
                  <a:moveTo>
                    <a:pt x="335" y="122"/>
                  </a:moveTo>
                  <a:cubicBezTo>
                    <a:pt x="396" y="122"/>
                    <a:pt x="457" y="152"/>
                    <a:pt x="487" y="213"/>
                  </a:cubicBezTo>
                  <a:cubicBezTo>
                    <a:pt x="517" y="274"/>
                    <a:pt x="517" y="396"/>
                    <a:pt x="517" y="517"/>
                  </a:cubicBezTo>
                  <a:cubicBezTo>
                    <a:pt x="517" y="639"/>
                    <a:pt x="517" y="760"/>
                    <a:pt x="487" y="821"/>
                  </a:cubicBezTo>
                  <a:cubicBezTo>
                    <a:pt x="457" y="882"/>
                    <a:pt x="396" y="912"/>
                    <a:pt x="335" y="912"/>
                  </a:cubicBezTo>
                  <a:cubicBezTo>
                    <a:pt x="274" y="912"/>
                    <a:pt x="214" y="882"/>
                    <a:pt x="183" y="821"/>
                  </a:cubicBezTo>
                  <a:cubicBezTo>
                    <a:pt x="153" y="760"/>
                    <a:pt x="122" y="639"/>
                    <a:pt x="122" y="517"/>
                  </a:cubicBezTo>
                  <a:cubicBezTo>
                    <a:pt x="122" y="396"/>
                    <a:pt x="153" y="274"/>
                    <a:pt x="183" y="213"/>
                  </a:cubicBezTo>
                  <a:cubicBezTo>
                    <a:pt x="214" y="152"/>
                    <a:pt x="274" y="122"/>
                    <a:pt x="335" y="122"/>
                  </a:cubicBezTo>
                  <a:close/>
                  <a:moveTo>
                    <a:pt x="335" y="0"/>
                  </a:moveTo>
                  <a:cubicBezTo>
                    <a:pt x="214" y="0"/>
                    <a:pt x="122" y="61"/>
                    <a:pt x="92" y="152"/>
                  </a:cubicBezTo>
                  <a:cubicBezTo>
                    <a:pt x="31" y="213"/>
                    <a:pt x="1" y="365"/>
                    <a:pt x="1" y="517"/>
                  </a:cubicBezTo>
                  <a:cubicBezTo>
                    <a:pt x="1" y="669"/>
                    <a:pt x="31" y="791"/>
                    <a:pt x="92" y="882"/>
                  </a:cubicBezTo>
                  <a:cubicBezTo>
                    <a:pt x="122" y="973"/>
                    <a:pt x="214" y="1034"/>
                    <a:pt x="335" y="1034"/>
                  </a:cubicBezTo>
                  <a:cubicBezTo>
                    <a:pt x="426" y="1034"/>
                    <a:pt x="517" y="973"/>
                    <a:pt x="578" y="882"/>
                  </a:cubicBezTo>
                  <a:cubicBezTo>
                    <a:pt x="639" y="791"/>
                    <a:pt x="669" y="669"/>
                    <a:pt x="669" y="517"/>
                  </a:cubicBezTo>
                  <a:cubicBezTo>
                    <a:pt x="669" y="365"/>
                    <a:pt x="639" y="213"/>
                    <a:pt x="578" y="152"/>
                  </a:cubicBezTo>
                  <a:cubicBezTo>
                    <a:pt x="517" y="61"/>
                    <a:pt x="426" y="0"/>
                    <a:pt x="335"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2"/>
            <p:cNvSpPr/>
            <p:nvPr/>
          </p:nvSpPr>
          <p:spPr>
            <a:xfrm>
              <a:off x="6485744" y="2594179"/>
              <a:ext cx="23689" cy="37886"/>
            </a:xfrm>
            <a:custGeom>
              <a:rect b="b" l="l" r="r" t="t"/>
              <a:pathLst>
                <a:path extrusionOk="0" h="974" w="609">
                  <a:moveTo>
                    <a:pt x="1" y="1"/>
                  </a:moveTo>
                  <a:lnTo>
                    <a:pt x="1" y="974"/>
                  </a:lnTo>
                  <a:lnTo>
                    <a:pt x="609" y="974"/>
                  </a:lnTo>
                  <a:lnTo>
                    <a:pt x="609" y="882"/>
                  </a:lnTo>
                  <a:lnTo>
                    <a:pt x="122" y="882"/>
                  </a:lnTo>
                  <a:lnTo>
                    <a:pt x="122" y="1"/>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2"/>
            <p:cNvSpPr/>
            <p:nvPr/>
          </p:nvSpPr>
          <p:spPr>
            <a:xfrm>
              <a:off x="6511766" y="2603670"/>
              <a:ext cx="26061" cy="29562"/>
            </a:xfrm>
            <a:custGeom>
              <a:rect b="b" l="l" r="r" t="t"/>
              <a:pathLst>
                <a:path extrusionOk="0" h="760" w="670">
                  <a:moveTo>
                    <a:pt x="335" y="91"/>
                  </a:moveTo>
                  <a:cubicBezTo>
                    <a:pt x="396" y="91"/>
                    <a:pt x="456" y="122"/>
                    <a:pt x="487" y="182"/>
                  </a:cubicBezTo>
                  <a:cubicBezTo>
                    <a:pt x="517" y="213"/>
                    <a:pt x="548" y="304"/>
                    <a:pt x="548" y="365"/>
                  </a:cubicBezTo>
                  <a:cubicBezTo>
                    <a:pt x="548" y="456"/>
                    <a:pt x="517" y="517"/>
                    <a:pt x="487" y="578"/>
                  </a:cubicBezTo>
                  <a:cubicBezTo>
                    <a:pt x="456" y="638"/>
                    <a:pt x="396" y="669"/>
                    <a:pt x="335" y="669"/>
                  </a:cubicBezTo>
                  <a:cubicBezTo>
                    <a:pt x="274" y="669"/>
                    <a:pt x="213" y="638"/>
                    <a:pt x="183" y="578"/>
                  </a:cubicBezTo>
                  <a:cubicBezTo>
                    <a:pt x="153" y="547"/>
                    <a:pt x="122" y="456"/>
                    <a:pt x="122" y="365"/>
                  </a:cubicBezTo>
                  <a:cubicBezTo>
                    <a:pt x="122" y="304"/>
                    <a:pt x="153" y="213"/>
                    <a:pt x="183" y="182"/>
                  </a:cubicBezTo>
                  <a:cubicBezTo>
                    <a:pt x="213" y="122"/>
                    <a:pt x="274" y="91"/>
                    <a:pt x="335" y="91"/>
                  </a:cubicBezTo>
                  <a:close/>
                  <a:moveTo>
                    <a:pt x="335" y="0"/>
                  </a:moveTo>
                  <a:cubicBezTo>
                    <a:pt x="213" y="0"/>
                    <a:pt x="153" y="31"/>
                    <a:pt x="92" y="91"/>
                  </a:cubicBezTo>
                  <a:cubicBezTo>
                    <a:pt x="31" y="152"/>
                    <a:pt x="1" y="243"/>
                    <a:pt x="1" y="365"/>
                  </a:cubicBezTo>
                  <a:cubicBezTo>
                    <a:pt x="1" y="486"/>
                    <a:pt x="31" y="578"/>
                    <a:pt x="92" y="669"/>
                  </a:cubicBezTo>
                  <a:cubicBezTo>
                    <a:pt x="153" y="730"/>
                    <a:pt x="213" y="760"/>
                    <a:pt x="335" y="760"/>
                  </a:cubicBezTo>
                  <a:cubicBezTo>
                    <a:pt x="426" y="760"/>
                    <a:pt x="517" y="730"/>
                    <a:pt x="578" y="669"/>
                  </a:cubicBezTo>
                  <a:cubicBezTo>
                    <a:pt x="639" y="578"/>
                    <a:pt x="669" y="486"/>
                    <a:pt x="669" y="365"/>
                  </a:cubicBezTo>
                  <a:cubicBezTo>
                    <a:pt x="669" y="243"/>
                    <a:pt x="639" y="152"/>
                    <a:pt x="578" y="91"/>
                  </a:cubicBezTo>
                  <a:cubicBezTo>
                    <a:pt x="517" y="31"/>
                    <a:pt x="426" y="0"/>
                    <a:pt x="335" y="0"/>
                  </a:cubicBez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2"/>
            <p:cNvSpPr/>
            <p:nvPr/>
          </p:nvSpPr>
          <p:spPr>
            <a:xfrm>
              <a:off x="6544868" y="2603670"/>
              <a:ext cx="16609" cy="28395"/>
            </a:xfrm>
            <a:custGeom>
              <a:rect b="b" l="l" r="r" t="t"/>
              <a:pathLst>
                <a:path extrusionOk="0" h="730" w="427">
                  <a:moveTo>
                    <a:pt x="1" y="0"/>
                  </a:moveTo>
                  <a:lnTo>
                    <a:pt x="1" y="730"/>
                  </a:lnTo>
                  <a:lnTo>
                    <a:pt x="122" y="730"/>
                  </a:lnTo>
                  <a:lnTo>
                    <a:pt x="122" y="365"/>
                  </a:lnTo>
                  <a:cubicBezTo>
                    <a:pt x="122" y="274"/>
                    <a:pt x="153" y="213"/>
                    <a:pt x="183" y="182"/>
                  </a:cubicBezTo>
                  <a:cubicBezTo>
                    <a:pt x="213" y="122"/>
                    <a:pt x="274" y="91"/>
                    <a:pt x="335" y="91"/>
                  </a:cubicBezTo>
                  <a:cubicBezTo>
                    <a:pt x="365" y="91"/>
                    <a:pt x="365" y="91"/>
                    <a:pt x="396" y="122"/>
                  </a:cubicBezTo>
                  <a:lnTo>
                    <a:pt x="426" y="122"/>
                  </a:lnTo>
                  <a:lnTo>
                    <a:pt x="426" y="0"/>
                  </a:lnTo>
                  <a:lnTo>
                    <a:pt x="365" y="0"/>
                  </a:lnTo>
                  <a:cubicBezTo>
                    <a:pt x="305" y="0"/>
                    <a:pt x="274" y="0"/>
                    <a:pt x="213" y="31"/>
                  </a:cubicBezTo>
                  <a:cubicBezTo>
                    <a:pt x="183" y="61"/>
                    <a:pt x="153" y="91"/>
                    <a:pt x="122" y="122"/>
                  </a:cubicBezTo>
                  <a:lnTo>
                    <a:pt x="122" y="0"/>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2"/>
            <p:cNvSpPr/>
            <p:nvPr/>
          </p:nvSpPr>
          <p:spPr>
            <a:xfrm>
              <a:off x="7183332" y="3432459"/>
              <a:ext cx="685763" cy="668026"/>
            </a:xfrm>
            <a:custGeom>
              <a:rect b="b" l="l" r="r" t="t"/>
              <a:pathLst>
                <a:path extrusionOk="0" fill="none" h="17174" w="17630">
                  <a:moveTo>
                    <a:pt x="15745" y="17174"/>
                  </a:moveTo>
                  <a:lnTo>
                    <a:pt x="1885" y="17174"/>
                  </a:lnTo>
                  <a:cubicBezTo>
                    <a:pt x="851" y="17174"/>
                    <a:pt x="0" y="16323"/>
                    <a:pt x="0" y="15259"/>
                  </a:cubicBezTo>
                  <a:lnTo>
                    <a:pt x="0" y="1915"/>
                  </a:lnTo>
                  <a:cubicBezTo>
                    <a:pt x="0" y="851"/>
                    <a:pt x="851" y="0"/>
                    <a:pt x="1885" y="0"/>
                  </a:cubicBezTo>
                  <a:lnTo>
                    <a:pt x="15745" y="0"/>
                  </a:lnTo>
                  <a:cubicBezTo>
                    <a:pt x="16779" y="0"/>
                    <a:pt x="17630" y="851"/>
                    <a:pt x="17630" y="1915"/>
                  </a:cubicBezTo>
                  <a:lnTo>
                    <a:pt x="17630" y="15259"/>
                  </a:lnTo>
                  <a:cubicBezTo>
                    <a:pt x="17630" y="16323"/>
                    <a:pt x="16779" y="17174"/>
                    <a:pt x="15745" y="17174"/>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2"/>
            <p:cNvSpPr/>
            <p:nvPr/>
          </p:nvSpPr>
          <p:spPr>
            <a:xfrm>
              <a:off x="6416001" y="3424174"/>
              <a:ext cx="685763" cy="668065"/>
            </a:xfrm>
            <a:custGeom>
              <a:rect b="b" l="l" r="r" t="t"/>
              <a:pathLst>
                <a:path extrusionOk="0" fill="none" h="17175" w="17630">
                  <a:moveTo>
                    <a:pt x="15715" y="17174"/>
                  </a:moveTo>
                  <a:lnTo>
                    <a:pt x="1885" y="17174"/>
                  </a:lnTo>
                  <a:cubicBezTo>
                    <a:pt x="852" y="17174"/>
                    <a:pt x="0" y="16323"/>
                    <a:pt x="0" y="15290"/>
                  </a:cubicBezTo>
                  <a:lnTo>
                    <a:pt x="0" y="1916"/>
                  </a:lnTo>
                  <a:cubicBezTo>
                    <a:pt x="0" y="852"/>
                    <a:pt x="852" y="1"/>
                    <a:pt x="1885" y="1"/>
                  </a:cubicBezTo>
                  <a:lnTo>
                    <a:pt x="15715" y="1"/>
                  </a:lnTo>
                  <a:cubicBezTo>
                    <a:pt x="16779" y="1"/>
                    <a:pt x="17630" y="852"/>
                    <a:pt x="17630" y="1916"/>
                  </a:cubicBezTo>
                  <a:lnTo>
                    <a:pt x="17630" y="15290"/>
                  </a:lnTo>
                  <a:cubicBezTo>
                    <a:pt x="17630" y="16323"/>
                    <a:pt x="16779" y="17174"/>
                    <a:pt x="15715" y="17174"/>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2"/>
            <p:cNvSpPr/>
            <p:nvPr/>
          </p:nvSpPr>
          <p:spPr>
            <a:xfrm>
              <a:off x="6638261" y="3638188"/>
              <a:ext cx="240075" cy="240036"/>
            </a:xfrm>
            <a:custGeom>
              <a:rect b="b" l="l" r="r" t="t"/>
              <a:pathLst>
                <a:path extrusionOk="0" fill="none" h="6171" w="6172">
                  <a:moveTo>
                    <a:pt x="5077" y="1125"/>
                  </a:moveTo>
                  <a:cubicBezTo>
                    <a:pt x="6171" y="2219"/>
                    <a:pt x="6171" y="3982"/>
                    <a:pt x="5077" y="5076"/>
                  </a:cubicBezTo>
                  <a:cubicBezTo>
                    <a:pt x="3983" y="6171"/>
                    <a:pt x="2189" y="6171"/>
                    <a:pt x="1095" y="5076"/>
                  </a:cubicBezTo>
                  <a:cubicBezTo>
                    <a:pt x="1" y="3982"/>
                    <a:pt x="1" y="2219"/>
                    <a:pt x="1095" y="1125"/>
                  </a:cubicBezTo>
                  <a:cubicBezTo>
                    <a:pt x="2189" y="0"/>
                    <a:pt x="3983" y="0"/>
                    <a:pt x="5077" y="112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2"/>
            <p:cNvSpPr/>
            <p:nvPr/>
          </p:nvSpPr>
          <p:spPr>
            <a:xfrm>
              <a:off x="6734027" y="3717383"/>
              <a:ext cx="70988" cy="82813"/>
            </a:xfrm>
            <a:custGeom>
              <a:rect b="b" l="l" r="r" t="t"/>
              <a:pathLst>
                <a:path extrusionOk="0" fill="none" h="2129" w="1825">
                  <a:moveTo>
                    <a:pt x="1703" y="882"/>
                  </a:moveTo>
                  <a:lnTo>
                    <a:pt x="305" y="92"/>
                  </a:lnTo>
                  <a:cubicBezTo>
                    <a:pt x="183" y="1"/>
                    <a:pt x="1" y="92"/>
                    <a:pt x="1" y="274"/>
                  </a:cubicBezTo>
                  <a:lnTo>
                    <a:pt x="1" y="1855"/>
                  </a:lnTo>
                  <a:cubicBezTo>
                    <a:pt x="1" y="2007"/>
                    <a:pt x="183" y="2128"/>
                    <a:pt x="305" y="2037"/>
                  </a:cubicBezTo>
                  <a:lnTo>
                    <a:pt x="1703" y="1247"/>
                  </a:lnTo>
                  <a:cubicBezTo>
                    <a:pt x="1825" y="1156"/>
                    <a:pt x="1825" y="973"/>
                    <a:pt x="1703" y="882"/>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2"/>
            <p:cNvSpPr/>
            <p:nvPr/>
          </p:nvSpPr>
          <p:spPr>
            <a:xfrm>
              <a:off x="7406798" y="3638188"/>
              <a:ext cx="238870" cy="240036"/>
            </a:xfrm>
            <a:custGeom>
              <a:rect b="b" l="l" r="r" t="t"/>
              <a:pathLst>
                <a:path extrusionOk="0" fill="none" h="6171" w="6141">
                  <a:moveTo>
                    <a:pt x="5046" y="1125"/>
                  </a:moveTo>
                  <a:cubicBezTo>
                    <a:pt x="6140" y="2219"/>
                    <a:pt x="6140" y="3982"/>
                    <a:pt x="5046" y="5076"/>
                  </a:cubicBezTo>
                  <a:cubicBezTo>
                    <a:pt x="3952" y="6171"/>
                    <a:pt x="2189" y="6171"/>
                    <a:pt x="1094" y="5076"/>
                  </a:cubicBezTo>
                  <a:cubicBezTo>
                    <a:pt x="0" y="3982"/>
                    <a:pt x="0" y="2219"/>
                    <a:pt x="1094" y="1125"/>
                  </a:cubicBezTo>
                  <a:cubicBezTo>
                    <a:pt x="2189" y="0"/>
                    <a:pt x="3952" y="0"/>
                    <a:pt x="5046" y="112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2"/>
            <p:cNvSpPr/>
            <p:nvPr/>
          </p:nvSpPr>
          <p:spPr>
            <a:xfrm>
              <a:off x="7501358" y="3717383"/>
              <a:ext cx="72155" cy="82813"/>
            </a:xfrm>
            <a:custGeom>
              <a:rect b="b" l="l" r="r" t="t"/>
              <a:pathLst>
                <a:path extrusionOk="0" fill="none" h="2129" w="1855">
                  <a:moveTo>
                    <a:pt x="1703" y="882"/>
                  </a:moveTo>
                  <a:lnTo>
                    <a:pt x="335" y="92"/>
                  </a:lnTo>
                  <a:cubicBezTo>
                    <a:pt x="183" y="1"/>
                    <a:pt x="1" y="92"/>
                    <a:pt x="1" y="274"/>
                  </a:cubicBezTo>
                  <a:lnTo>
                    <a:pt x="1" y="1855"/>
                  </a:lnTo>
                  <a:cubicBezTo>
                    <a:pt x="1" y="2007"/>
                    <a:pt x="183" y="2128"/>
                    <a:pt x="335" y="2037"/>
                  </a:cubicBezTo>
                  <a:lnTo>
                    <a:pt x="1703" y="1247"/>
                  </a:lnTo>
                  <a:cubicBezTo>
                    <a:pt x="1855" y="1156"/>
                    <a:pt x="1855" y="973"/>
                    <a:pt x="1703" y="882"/>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2"/>
            <p:cNvSpPr/>
            <p:nvPr/>
          </p:nvSpPr>
          <p:spPr>
            <a:xfrm>
              <a:off x="5046887" y="1121053"/>
              <a:ext cx="1632800" cy="3420452"/>
            </a:xfrm>
            <a:custGeom>
              <a:rect b="b" l="l" r="r" t="t"/>
              <a:pathLst>
                <a:path extrusionOk="0" h="87935" w="41977">
                  <a:moveTo>
                    <a:pt x="37144" y="87934"/>
                  </a:moveTo>
                  <a:lnTo>
                    <a:pt x="4833" y="87934"/>
                  </a:lnTo>
                  <a:cubicBezTo>
                    <a:pt x="2158" y="87934"/>
                    <a:pt x="0" y="85776"/>
                    <a:pt x="0" y="83132"/>
                  </a:cubicBezTo>
                  <a:lnTo>
                    <a:pt x="0" y="4803"/>
                  </a:lnTo>
                  <a:cubicBezTo>
                    <a:pt x="0" y="2158"/>
                    <a:pt x="2158" y="0"/>
                    <a:pt x="4833" y="0"/>
                  </a:cubicBezTo>
                  <a:lnTo>
                    <a:pt x="37144" y="0"/>
                  </a:lnTo>
                  <a:cubicBezTo>
                    <a:pt x="39788" y="0"/>
                    <a:pt x="41977" y="2158"/>
                    <a:pt x="41977" y="4803"/>
                  </a:cubicBezTo>
                  <a:lnTo>
                    <a:pt x="41977" y="83132"/>
                  </a:lnTo>
                  <a:cubicBezTo>
                    <a:pt x="41977" y="85776"/>
                    <a:pt x="39788" y="87934"/>
                    <a:pt x="37144" y="87934"/>
                  </a:cubicBezTo>
                  <a:close/>
                </a:path>
              </a:pathLst>
            </a:custGeom>
            <a:gradFill>
              <a:gsLst>
                <a:gs pos="0">
                  <a:schemeClr val="accent4"/>
                </a:gs>
                <a:gs pos="100000">
                  <a:schemeClr val="accent3"/>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2"/>
            <p:cNvSpPr/>
            <p:nvPr/>
          </p:nvSpPr>
          <p:spPr>
            <a:xfrm>
              <a:off x="5136740" y="2516151"/>
              <a:ext cx="1453094" cy="280256"/>
            </a:xfrm>
            <a:custGeom>
              <a:rect b="b" l="l" r="r" t="t"/>
              <a:pathLst>
                <a:path extrusionOk="0" h="7205" w="37357">
                  <a:moveTo>
                    <a:pt x="1885" y="1"/>
                  </a:moveTo>
                  <a:cubicBezTo>
                    <a:pt x="851" y="1"/>
                    <a:pt x="0" y="882"/>
                    <a:pt x="0" y="1916"/>
                  </a:cubicBezTo>
                  <a:lnTo>
                    <a:pt x="0" y="5320"/>
                  </a:lnTo>
                  <a:cubicBezTo>
                    <a:pt x="0" y="6354"/>
                    <a:pt x="851" y="7205"/>
                    <a:pt x="1885" y="7205"/>
                  </a:cubicBezTo>
                  <a:lnTo>
                    <a:pt x="35442" y="7205"/>
                  </a:lnTo>
                  <a:cubicBezTo>
                    <a:pt x="36506" y="7205"/>
                    <a:pt x="37357" y="6354"/>
                    <a:pt x="37357" y="5320"/>
                  </a:cubicBezTo>
                  <a:lnTo>
                    <a:pt x="37357" y="1916"/>
                  </a:lnTo>
                  <a:cubicBezTo>
                    <a:pt x="37357" y="882"/>
                    <a:pt x="36506" y="1"/>
                    <a:pt x="35442" y="1"/>
                  </a:cubicBezTo>
                  <a:close/>
                </a:path>
              </a:pathLst>
            </a:custGeom>
            <a:solidFill>
              <a:schemeClr val="dk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2"/>
            <p:cNvSpPr/>
            <p:nvPr/>
          </p:nvSpPr>
          <p:spPr>
            <a:xfrm>
              <a:off x="5240791" y="2656843"/>
              <a:ext cx="756712" cy="39"/>
            </a:xfrm>
            <a:custGeom>
              <a:rect b="b" l="l" r="r" t="t"/>
              <a:pathLst>
                <a:path extrusionOk="0" fill="none" h="1" w="19454">
                  <a:moveTo>
                    <a:pt x="0" y="1"/>
                  </a:moveTo>
                  <a:lnTo>
                    <a:pt x="1945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2"/>
            <p:cNvSpPr/>
            <p:nvPr/>
          </p:nvSpPr>
          <p:spPr>
            <a:xfrm>
              <a:off x="5136740" y="2915784"/>
              <a:ext cx="1453094" cy="280256"/>
            </a:xfrm>
            <a:custGeom>
              <a:rect b="b" l="l" r="r" t="t"/>
              <a:pathLst>
                <a:path extrusionOk="0" h="7205" w="37357">
                  <a:moveTo>
                    <a:pt x="1885" y="1"/>
                  </a:moveTo>
                  <a:cubicBezTo>
                    <a:pt x="851" y="1"/>
                    <a:pt x="0" y="852"/>
                    <a:pt x="0" y="1915"/>
                  </a:cubicBezTo>
                  <a:lnTo>
                    <a:pt x="0" y="5289"/>
                  </a:lnTo>
                  <a:cubicBezTo>
                    <a:pt x="0" y="6353"/>
                    <a:pt x="851" y="7204"/>
                    <a:pt x="1885" y="7204"/>
                  </a:cubicBezTo>
                  <a:lnTo>
                    <a:pt x="35442" y="7204"/>
                  </a:lnTo>
                  <a:cubicBezTo>
                    <a:pt x="36506" y="7204"/>
                    <a:pt x="37357" y="6353"/>
                    <a:pt x="37357" y="5289"/>
                  </a:cubicBezTo>
                  <a:lnTo>
                    <a:pt x="37357" y="1915"/>
                  </a:lnTo>
                  <a:cubicBezTo>
                    <a:pt x="37357" y="852"/>
                    <a:pt x="36506" y="1"/>
                    <a:pt x="35442" y="1"/>
                  </a:cubicBezTo>
                  <a:close/>
                </a:path>
              </a:pathLst>
            </a:custGeom>
            <a:solidFill>
              <a:schemeClr val="dk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2"/>
            <p:cNvSpPr/>
            <p:nvPr/>
          </p:nvSpPr>
          <p:spPr>
            <a:xfrm>
              <a:off x="5240791" y="3056476"/>
              <a:ext cx="541531" cy="39"/>
            </a:xfrm>
            <a:custGeom>
              <a:rect b="b" l="l" r="r" t="t"/>
              <a:pathLst>
                <a:path extrusionOk="0" fill="none" h="1" w="13922">
                  <a:moveTo>
                    <a:pt x="0" y="1"/>
                  </a:moveTo>
                  <a:lnTo>
                    <a:pt x="1392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2"/>
            <p:cNvSpPr/>
            <p:nvPr/>
          </p:nvSpPr>
          <p:spPr>
            <a:xfrm>
              <a:off x="5750348" y="1643602"/>
              <a:ext cx="225878" cy="234163"/>
            </a:xfrm>
            <a:custGeom>
              <a:rect b="b" l="l" r="r" t="t"/>
              <a:pathLst>
                <a:path extrusionOk="0" fill="none" h="6020" w="5807">
                  <a:moveTo>
                    <a:pt x="5806" y="6019"/>
                  </a:moveTo>
                  <a:cubicBezTo>
                    <a:pt x="5806" y="4712"/>
                    <a:pt x="4925" y="3314"/>
                    <a:pt x="3739" y="2858"/>
                  </a:cubicBezTo>
                  <a:cubicBezTo>
                    <a:pt x="4165" y="2585"/>
                    <a:pt x="4438" y="2098"/>
                    <a:pt x="4438" y="1551"/>
                  </a:cubicBezTo>
                  <a:cubicBezTo>
                    <a:pt x="4438" y="700"/>
                    <a:pt x="3739" y="1"/>
                    <a:pt x="2888" y="1"/>
                  </a:cubicBezTo>
                  <a:cubicBezTo>
                    <a:pt x="2037" y="1"/>
                    <a:pt x="1338" y="700"/>
                    <a:pt x="1338" y="1551"/>
                  </a:cubicBezTo>
                  <a:cubicBezTo>
                    <a:pt x="1338" y="2098"/>
                    <a:pt x="1642" y="2585"/>
                    <a:pt x="2068" y="2858"/>
                  </a:cubicBezTo>
                  <a:cubicBezTo>
                    <a:pt x="852" y="3314"/>
                    <a:pt x="1" y="4712"/>
                    <a:pt x="1" y="601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2"/>
            <p:cNvSpPr/>
            <p:nvPr/>
          </p:nvSpPr>
          <p:spPr>
            <a:xfrm>
              <a:off x="5511517" y="2008966"/>
              <a:ext cx="703539" cy="39"/>
            </a:xfrm>
            <a:custGeom>
              <a:rect b="b" l="l" r="r" t="t"/>
              <a:pathLst>
                <a:path extrusionOk="0" fill="none" h="1" w="18087">
                  <a:moveTo>
                    <a:pt x="1" y="0"/>
                  </a:moveTo>
                  <a:lnTo>
                    <a:pt x="1808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2"/>
            <p:cNvSpPr/>
            <p:nvPr/>
          </p:nvSpPr>
          <p:spPr>
            <a:xfrm>
              <a:off x="5645130" y="2082249"/>
              <a:ext cx="436313" cy="39"/>
            </a:xfrm>
            <a:custGeom>
              <a:rect b="b" l="l" r="r" t="t"/>
              <a:pathLst>
                <a:path extrusionOk="0" fill="none" h="1" w="11217">
                  <a:moveTo>
                    <a:pt x="0" y="1"/>
                  </a:moveTo>
                  <a:lnTo>
                    <a:pt x="1121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2"/>
            <p:cNvSpPr/>
            <p:nvPr/>
          </p:nvSpPr>
          <p:spPr>
            <a:xfrm>
              <a:off x="5467796" y="3504575"/>
              <a:ext cx="790981" cy="274344"/>
            </a:xfrm>
            <a:custGeom>
              <a:rect b="b" l="l" r="r" t="t"/>
              <a:pathLst>
                <a:path extrusionOk="0" h="7053" w="20335">
                  <a:moveTo>
                    <a:pt x="3526" y="7052"/>
                  </a:moveTo>
                  <a:cubicBezTo>
                    <a:pt x="1581" y="7052"/>
                    <a:pt x="0" y="5472"/>
                    <a:pt x="0" y="3526"/>
                  </a:cubicBezTo>
                  <a:cubicBezTo>
                    <a:pt x="0" y="1581"/>
                    <a:pt x="1581" y="1"/>
                    <a:pt x="3526" y="1"/>
                  </a:cubicBezTo>
                  <a:lnTo>
                    <a:pt x="16809" y="1"/>
                  </a:lnTo>
                  <a:cubicBezTo>
                    <a:pt x="18754" y="1"/>
                    <a:pt x="20335" y="1581"/>
                    <a:pt x="20335" y="3526"/>
                  </a:cubicBezTo>
                  <a:cubicBezTo>
                    <a:pt x="20335" y="5472"/>
                    <a:pt x="18754" y="7052"/>
                    <a:pt x="16809" y="7052"/>
                  </a:cubicBezTo>
                  <a:lnTo>
                    <a:pt x="3526" y="7052"/>
                  </a:lnTo>
                  <a:close/>
                </a:path>
              </a:pathLst>
            </a:cu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2"/>
            <p:cNvSpPr/>
            <p:nvPr/>
          </p:nvSpPr>
          <p:spPr>
            <a:xfrm>
              <a:off x="5659328" y="4422051"/>
              <a:ext cx="406751" cy="39"/>
            </a:xfrm>
            <a:custGeom>
              <a:rect b="b" l="l" r="r" t="t"/>
              <a:pathLst>
                <a:path extrusionOk="0" fill="none" h="1" w="10457">
                  <a:moveTo>
                    <a:pt x="0" y="1"/>
                  </a:moveTo>
                  <a:lnTo>
                    <a:pt x="10456" y="1"/>
                  </a:lnTo>
                </a:path>
              </a:pathLst>
            </a:custGeom>
            <a:solidFill>
              <a:schemeClr val="lt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2"/>
            <p:cNvSpPr/>
            <p:nvPr/>
          </p:nvSpPr>
          <p:spPr>
            <a:xfrm>
              <a:off x="7727197" y="1409517"/>
              <a:ext cx="877294" cy="1054667"/>
            </a:xfrm>
            <a:custGeom>
              <a:rect b="b" l="l" r="r" t="t"/>
              <a:pathLst>
                <a:path extrusionOk="0" h="27114" w="22554">
                  <a:moveTo>
                    <a:pt x="17751" y="27113"/>
                  </a:moveTo>
                  <a:lnTo>
                    <a:pt x="4833" y="27113"/>
                  </a:lnTo>
                  <a:cubicBezTo>
                    <a:pt x="2158" y="27113"/>
                    <a:pt x="0" y="24955"/>
                    <a:pt x="0" y="22281"/>
                  </a:cubicBezTo>
                  <a:lnTo>
                    <a:pt x="0" y="4833"/>
                  </a:lnTo>
                  <a:cubicBezTo>
                    <a:pt x="0" y="2159"/>
                    <a:pt x="2158" y="1"/>
                    <a:pt x="4833" y="1"/>
                  </a:cubicBezTo>
                  <a:lnTo>
                    <a:pt x="17751" y="1"/>
                  </a:lnTo>
                  <a:cubicBezTo>
                    <a:pt x="20396" y="1"/>
                    <a:pt x="22554" y="2159"/>
                    <a:pt x="22554" y="4833"/>
                  </a:cubicBezTo>
                  <a:lnTo>
                    <a:pt x="22554" y="22281"/>
                  </a:lnTo>
                  <a:cubicBezTo>
                    <a:pt x="22554" y="24955"/>
                    <a:pt x="20396" y="27113"/>
                    <a:pt x="17751" y="27113"/>
                  </a:cubicBezTo>
                  <a:close/>
                </a:path>
              </a:pathLst>
            </a:custGeom>
            <a:gradFill>
              <a:gsLst>
                <a:gs pos="0">
                  <a:schemeClr val="accent6"/>
                </a:gs>
                <a:gs pos="100000">
                  <a:schemeClr val="accent5"/>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2"/>
            <p:cNvSpPr/>
            <p:nvPr/>
          </p:nvSpPr>
          <p:spPr>
            <a:xfrm>
              <a:off x="7802852" y="1590429"/>
              <a:ext cx="185658" cy="185658"/>
            </a:xfrm>
            <a:custGeom>
              <a:rect b="b" l="l" r="r" t="t"/>
              <a:pathLst>
                <a:path extrusionOk="0" fill="none" h="4773" w="4773">
                  <a:moveTo>
                    <a:pt x="4773" y="2401"/>
                  </a:moveTo>
                  <a:cubicBezTo>
                    <a:pt x="4773" y="1064"/>
                    <a:pt x="3709" y="0"/>
                    <a:pt x="2372" y="0"/>
                  </a:cubicBezTo>
                  <a:cubicBezTo>
                    <a:pt x="1065" y="0"/>
                    <a:pt x="1" y="1064"/>
                    <a:pt x="1" y="2401"/>
                  </a:cubicBezTo>
                  <a:cubicBezTo>
                    <a:pt x="1" y="3708"/>
                    <a:pt x="1065" y="4772"/>
                    <a:pt x="2372" y="4772"/>
                  </a:cubicBezTo>
                  <a:cubicBezTo>
                    <a:pt x="3709" y="4772"/>
                    <a:pt x="4773" y="3708"/>
                    <a:pt x="4773" y="240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2"/>
            <p:cNvSpPr/>
            <p:nvPr/>
          </p:nvSpPr>
          <p:spPr>
            <a:xfrm>
              <a:off x="8054675" y="1683822"/>
              <a:ext cx="465875" cy="39"/>
            </a:xfrm>
            <a:custGeom>
              <a:rect b="b" l="l" r="r" t="t"/>
              <a:pathLst>
                <a:path extrusionOk="0" fill="none" h="1" w="11977">
                  <a:moveTo>
                    <a:pt x="1" y="0"/>
                  </a:moveTo>
                  <a:lnTo>
                    <a:pt x="11977" y="0"/>
                  </a:lnTo>
                </a:path>
              </a:pathLst>
            </a:custGeom>
            <a:solidFill>
              <a:schemeClr val="dk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2"/>
            <p:cNvSpPr/>
            <p:nvPr/>
          </p:nvSpPr>
          <p:spPr>
            <a:xfrm>
              <a:off x="8053508" y="1683822"/>
              <a:ext cx="245949" cy="39"/>
            </a:xfrm>
            <a:custGeom>
              <a:rect b="b" l="l" r="r" t="t"/>
              <a:pathLst>
                <a:path extrusionOk="0" fill="none" h="1" w="6323">
                  <a:moveTo>
                    <a:pt x="1" y="0"/>
                  </a:moveTo>
                  <a:lnTo>
                    <a:pt x="6323" y="0"/>
                  </a:lnTo>
                </a:path>
              </a:pathLst>
            </a:custGeom>
            <a:solidFill>
              <a:schemeClr val="lt1"/>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2"/>
            <p:cNvSpPr/>
            <p:nvPr/>
          </p:nvSpPr>
          <p:spPr>
            <a:xfrm>
              <a:off x="7800480" y="1844624"/>
              <a:ext cx="185658" cy="185658"/>
            </a:xfrm>
            <a:custGeom>
              <a:rect b="b" l="l" r="r" t="t"/>
              <a:pathLst>
                <a:path extrusionOk="0" fill="none" h="4773" w="4773">
                  <a:moveTo>
                    <a:pt x="4773" y="2401"/>
                  </a:moveTo>
                  <a:cubicBezTo>
                    <a:pt x="4773" y="1094"/>
                    <a:pt x="3679" y="0"/>
                    <a:pt x="2372" y="0"/>
                  </a:cubicBezTo>
                  <a:cubicBezTo>
                    <a:pt x="1065" y="0"/>
                    <a:pt x="1" y="1094"/>
                    <a:pt x="1" y="2401"/>
                  </a:cubicBezTo>
                  <a:cubicBezTo>
                    <a:pt x="1" y="3708"/>
                    <a:pt x="1065" y="4772"/>
                    <a:pt x="2372" y="4772"/>
                  </a:cubicBezTo>
                  <a:cubicBezTo>
                    <a:pt x="3679" y="4772"/>
                    <a:pt x="4773" y="3708"/>
                    <a:pt x="4773" y="240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2"/>
            <p:cNvSpPr/>
            <p:nvPr/>
          </p:nvSpPr>
          <p:spPr>
            <a:xfrm>
              <a:off x="8052341" y="1938017"/>
              <a:ext cx="464670" cy="39"/>
            </a:xfrm>
            <a:custGeom>
              <a:rect b="b" l="l" r="r" t="t"/>
              <a:pathLst>
                <a:path extrusionOk="0" fill="none" h="1" w="11946">
                  <a:moveTo>
                    <a:pt x="0" y="0"/>
                  </a:moveTo>
                  <a:lnTo>
                    <a:pt x="11946" y="0"/>
                  </a:lnTo>
                </a:path>
              </a:pathLst>
            </a:custGeom>
            <a:solidFill>
              <a:schemeClr val="dk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2"/>
            <p:cNvSpPr/>
            <p:nvPr/>
          </p:nvSpPr>
          <p:spPr>
            <a:xfrm>
              <a:off x="8052341" y="1938017"/>
              <a:ext cx="347627" cy="39"/>
            </a:xfrm>
            <a:custGeom>
              <a:rect b="b" l="l" r="r" t="t"/>
              <a:pathLst>
                <a:path extrusionOk="0" fill="none" h="1" w="8937">
                  <a:moveTo>
                    <a:pt x="0" y="0"/>
                  </a:moveTo>
                  <a:lnTo>
                    <a:pt x="8936" y="0"/>
                  </a:lnTo>
                </a:path>
              </a:pathLst>
            </a:custGeom>
            <a:solidFill>
              <a:schemeClr val="lt1"/>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2"/>
            <p:cNvSpPr/>
            <p:nvPr/>
          </p:nvSpPr>
          <p:spPr>
            <a:xfrm>
              <a:off x="7800480" y="2099987"/>
              <a:ext cx="185658" cy="184491"/>
            </a:xfrm>
            <a:custGeom>
              <a:rect b="b" l="l" r="r" t="t"/>
              <a:pathLst>
                <a:path extrusionOk="0" fill="none" h="4743" w="4773">
                  <a:moveTo>
                    <a:pt x="4773" y="2371"/>
                  </a:moveTo>
                  <a:cubicBezTo>
                    <a:pt x="4773" y="1064"/>
                    <a:pt x="3679" y="1"/>
                    <a:pt x="2372" y="1"/>
                  </a:cubicBezTo>
                  <a:cubicBezTo>
                    <a:pt x="1065" y="1"/>
                    <a:pt x="1" y="1064"/>
                    <a:pt x="1" y="2371"/>
                  </a:cubicBezTo>
                  <a:cubicBezTo>
                    <a:pt x="1" y="3678"/>
                    <a:pt x="1065" y="4742"/>
                    <a:pt x="2372" y="4742"/>
                  </a:cubicBezTo>
                  <a:cubicBezTo>
                    <a:pt x="3679" y="4742"/>
                    <a:pt x="4773" y="3678"/>
                    <a:pt x="4773" y="237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2"/>
            <p:cNvSpPr/>
            <p:nvPr/>
          </p:nvSpPr>
          <p:spPr>
            <a:xfrm>
              <a:off x="8052341" y="2192213"/>
              <a:ext cx="464670" cy="39"/>
            </a:xfrm>
            <a:custGeom>
              <a:rect b="b" l="l" r="r" t="t"/>
              <a:pathLst>
                <a:path extrusionOk="0" fill="none" h="1" w="11946">
                  <a:moveTo>
                    <a:pt x="0" y="0"/>
                  </a:moveTo>
                  <a:lnTo>
                    <a:pt x="11946" y="0"/>
                  </a:lnTo>
                </a:path>
              </a:pathLst>
            </a:custGeom>
            <a:solidFill>
              <a:schemeClr val="dk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2"/>
            <p:cNvSpPr/>
            <p:nvPr/>
          </p:nvSpPr>
          <p:spPr>
            <a:xfrm>
              <a:off x="8052341" y="2192213"/>
              <a:ext cx="186825" cy="39"/>
            </a:xfrm>
            <a:custGeom>
              <a:rect b="b" l="l" r="r" t="t"/>
              <a:pathLst>
                <a:path extrusionOk="0" fill="none" h="1" w="4803">
                  <a:moveTo>
                    <a:pt x="0" y="0"/>
                  </a:moveTo>
                  <a:lnTo>
                    <a:pt x="4803" y="0"/>
                  </a:lnTo>
                </a:path>
              </a:pathLst>
            </a:custGeom>
            <a:solidFill>
              <a:schemeClr val="lt1"/>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2"/>
            <p:cNvSpPr/>
            <p:nvPr/>
          </p:nvSpPr>
          <p:spPr>
            <a:xfrm>
              <a:off x="5509145" y="970870"/>
              <a:ext cx="312191" cy="312191"/>
            </a:xfrm>
            <a:custGeom>
              <a:rect b="b" l="l" r="r" t="t"/>
              <a:pathLst>
                <a:path extrusionOk="0" h="8026" w="8026">
                  <a:moveTo>
                    <a:pt x="4013" y="8025"/>
                  </a:moveTo>
                  <a:cubicBezTo>
                    <a:pt x="1794" y="8025"/>
                    <a:pt x="1" y="6232"/>
                    <a:pt x="1" y="4013"/>
                  </a:cubicBezTo>
                  <a:cubicBezTo>
                    <a:pt x="1" y="1794"/>
                    <a:pt x="1794" y="1"/>
                    <a:pt x="4013" y="1"/>
                  </a:cubicBezTo>
                  <a:cubicBezTo>
                    <a:pt x="6232" y="1"/>
                    <a:pt x="8025" y="1794"/>
                    <a:pt x="8025" y="4013"/>
                  </a:cubicBezTo>
                  <a:cubicBezTo>
                    <a:pt x="8025" y="6232"/>
                    <a:pt x="6232" y="8025"/>
                    <a:pt x="4013" y="8025"/>
                  </a:cubicBezTo>
                  <a:close/>
                </a:path>
              </a:pathLst>
            </a:custGeom>
            <a:gradFill>
              <a:gsLst>
                <a:gs pos="0">
                  <a:schemeClr val="accent1"/>
                </a:gs>
                <a:gs pos="100000">
                  <a:schemeClr val="accent2"/>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2"/>
            <p:cNvSpPr/>
            <p:nvPr/>
          </p:nvSpPr>
          <p:spPr>
            <a:xfrm>
              <a:off x="5588379" y="1074921"/>
              <a:ext cx="153723" cy="105257"/>
            </a:xfrm>
            <a:custGeom>
              <a:rect b="b" l="l" r="r" t="t"/>
              <a:pathLst>
                <a:path extrusionOk="0" fill="none" h="2706" w="3952">
                  <a:moveTo>
                    <a:pt x="1" y="852"/>
                  </a:moveTo>
                  <a:lnTo>
                    <a:pt x="1581" y="2706"/>
                  </a:lnTo>
                  <a:lnTo>
                    <a:pt x="3952" y="1"/>
                  </a:lnTo>
                </a:path>
              </a:pathLst>
            </a:custGeom>
            <a:solidFill>
              <a:schemeClr val="dk1"/>
            </a:solidFill>
            <a:ln cap="rnd"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2"/>
            <p:cNvSpPr/>
            <p:nvPr/>
          </p:nvSpPr>
          <p:spPr>
            <a:xfrm>
              <a:off x="7724824" y="605545"/>
              <a:ext cx="637297" cy="63729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2"/>
            <p:cNvSpPr/>
            <p:nvPr/>
          </p:nvSpPr>
          <p:spPr>
            <a:xfrm>
              <a:off x="7867889" y="748610"/>
              <a:ext cx="351167" cy="351167"/>
            </a:xfrm>
            <a:custGeom>
              <a:rect b="b" l="l" r="r" t="t"/>
              <a:pathLst>
                <a:path extrusionOk="0" fill="none" h="9028" w="9028">
                  <a:moveTo>
                    <a:pt x="9028" y="4499"/>
                  </a:moveTo>
                  <a:cubicBezTo>
                    <a:pt x="9028" y="6991"/>
                    <a:pt x="6991" y="9028"/>
                    <a:pt x="4529" y="9028"/>
                  </a:cubicBezTo>
                  <a:cubicBezTo>
                    <a:pt x="2037" y="9028"/>
                    <a:pt x="0" y="6991"/>
                    <a:pt x="0" y="4499"/>
                  </a:cubicBezTo>
                  <a:cubicBezTo>
                    <a:pt x="0" y="2007"/>
                    <a:pt x="2037" y="0"/>
                    <a:pt x="4529" y="0"/>
                  </a:cubicBezTo>
                  <a:cubicBezTo>
                    <a:pt x="6991" y="0"/>
                    <a:pt x="9028" y="2007"/>
                    <a:pt x="9028" y="449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2"/>
            <p:cNvSpPr/>
            <p:nvPr/>
          </p:nvSpPr>
          <p:spPr>
            <a:xfrm>
              <a:off x="7960115" y="825471"/>
              <a:ext cx="166754" cy="171460"/>
            </a:xfrm>
            <a:custGeom>
              <a:rect b="b" l="l" r="r" t="t"/>
              <a:pathLst>
                <a:path extrusionOk="0" fill="none" h="4408" w="4287">
                  <a:moveTo>
                    <a:pt x="4286" y="4408"/>
                  </a:moveTo>
                  <a:cubicBezTo>
                    <a:pt x="4286" y="3435"/>
                    <a:pt x="3648" y="2432"/>
                    <a:pt x="2766" y="2097"/>
                  </a:cubicBezTo>
                  <a:cubicBezTo>
                    <a:pt x="3070" y="1885"/>
                    <a:pt x="3283" y="1550"/>
                    <a:pt x="3283" y="1125"/>
                  </a:cubicBezTo>
                  <a:cubicBezTo>
                    <a:pt x="3283" y="487"/>
                    <a:pt x="2766" y="0"/>
                    <a:pt x="2158" y="0"/>
                  </a:cubicBezTo>
                  <a:cubicBezTo>
                    <a:pt x="1520" y="0"/>
                    <a:pt x="1003" y="487"/>
                    <a:pt x="1003" y="1125"/>
                  </a:cubicBezTo>
                  <a:cubicBezTo>
                    <a:pt x="1003" y="1550"/>
                    <a:pt x="1216" y="1885"/>
                    <a:pt x="1520" y="2097"/>
                  </a:cubicBezTo>
                  <a:cubicBezTo>
                    <a:pt x="639" y="2432"/>
                    <a:pt x="0" y="3435"/>
                    <a:pt x="0" y="440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2"/>
            <p:cNvSpPr/>
            <p:nvPr/>
          </p:nvSpPr>
          <p:spPr>
            <a:xfrm>
              <a:off x="4835245" y="1471014"/>
              <a:ext cx="507262" cy="431568"/>
            </a:xfrm>
            <a:custGeom>
              <a:rect b="b" l="l" r="r" t="t"/>
              <a:pathLst>
                <a:path extrusionOk="0" h="11095" w="13041">
                  <a:moveTo>
                    <a:pt x="2949" y="8754"/>
                  </a:moveTo>
                  <a:lnTo>
                    <a:pt x="6201" y="8724"/>
                  </a:lnTo>
                  <a:cubicBezTo>
                    <a:pt x="6687" y="10730"/>
                    <a:pt x="8268" y="11064"/>
                    <a:pt x="9180" y="11095"/>
                  </a:cubicBezTo>
                  <a:cubicBezTo>
                    <a:pt x="9362" y="11095"/>
                    <a:pt x="9454" y="10882"/>
                    <a:pt x="9302" y="10760"/>
                  </a:cubicBezTo>
                  <a:cubicBezTo>
                    <a:pt x="8298" y="10000"/>
                    <a:pt x="8663" y="8693"/>
                    <a:pt x="8663" y="8693"/>
                  </a:cubicBezTo>
                  <a:lnTo>
                    <a:pt x="10153" y="8663"/>
                  </a:lnTo>
                  <a:cubicBezTo>
                    <a:pt x="11733" y="8663"/>
                    <a:pt x="13040" y="7356"/>
                    <a:pt x="13010" y="5775"/>
                  </a:cubicBezTo>
                  <a:lnTo>
                    <a:pt x="12979" y="2888"/>
                  </a:lnTo>
                  <a:cubicBezTo>
                    <a:pt x="12979" y="1307"/>
                    <a:pt x="11642" y="0"/>
                    <a:pt x="10061" y="31"/>
                  </a:cubicBezTo>
                  <a:lnTo>
                    <a:pt x="2858" y="91"/>
                  </a:lnTo>
                  <a:cubicBezTo>
                    <a:pt x="1277" y="122"/>
                    <a:pt x="0" y="1429"/>
                    <a:pt x="31" y="3009"/>
                  </a:cubicBezTo>
                  <a:lnTo>
                    <a:pt x="61" y="5897"/>
                  </a:lnTo>
                  <a:cubicBezTo>
                    <a:pt x="61" y="7477"/>
                    <a:pt x="1368" y="8754"/>
                    <a:pt x="2949" y="8754"/>
                  </a:cubicBezTo>
                  <a:close/>
                </a:path>
              </a:pathLst>
            </a:custGeom>
            <a:gradFill>
              <a:gsLst>
                <a:gs pos="0">
                  <a:schemeClr val="accent6"/>
                </a:gs>
                <a:gs pos="100000">
                  <a:schemeClr val="accent5"/>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2"/>
            <p:cNvSpPr/>
            <p:nvPr/>
          </p:nvSpPr>
          <p:spPr>
            <a:xfrm>
              <a:off x="5178127" y="1599881"/>
              <a:ext cx="74528" cy="73322"/>
            </a:xfrm>
            <a:custGeom>
              <a:rect b="b" l="l" r="r" t="t"/>
              <a:pathLst>
                <a:path extrusionOk="0" h="1885" w="1916">
                  <a:moveTo>
                    <a:pt x="942" y="0"/>
                  </a:moveTo>
                  <a:cubicBezTo>
                    <a:pt x="426" y="0"/>
                    <a:pt x="0" y="426"/>
                    <a:pt x="0" y="943"/>
                  </a:cubicBezTo>
                  <a:cubicBezTo>
                    <a:pt x="0" y="1490"/>
                    <a:pt x="426" y="1885"/>
                    <a:pt x="973" y="1885"/>
                  </a:cubicBezTo>
                  <a:cubicBezTo>
                    <a:pt x="1490" y="1885"/>
                    <a:pt x="1915" y="1459"/>
                    <a:pt x="1885" y="943"/>
                  </a:cubicBezTo>
                  <a:cubicBezTo>
                    <a:pt x="1885" y="395"/>
                    <a:pt x="1459" y="0"/>
                    <a:pt x="94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2"/>
            <p:cNvSpPr/>
            <p:nvPr/>
          </p:nvSpPr>
          <p:spPr>
            <a:xfrm>
              <a:off x="5051593" y="1601048"/>
              <a:ext cx="74528" cy="73361"/>
            </a:xfrm>
            <a:custGeom>
              <a:rect b="b" l="l" r="r" t="t"/>
              <a:pathLst>
                <a:path extrusionOk="0" h="1886" w="1916">
                  <a:moveTo>
                    <a:pt x="943" y="1"/>
                  </a:moveTo>
                  <a:cubicBezTo>
                    <a:pt x="426" y="1"/>
                    <a:pt x="1" y="426"/>
                    <a:pt x="1" y="943"/>
                  </a:cubicBezTo>
                  <a:cubicBezTo>
                    <a:pt x="1" y="1490"/>
                    <a:pt x="426" y="1885"/>
                    <a:pt x="974" y="1885"/>
                  </a:cubicBezTo>
                  <a:cubicBezTo>
                    <a:pt x="1490" y="1885"/>
                    <a:pt x="1916" y="1460"/>
                    <a:pt x="1916" y="943"/>
                  </a:cubicBezTo>
                  <a:cubicBezTo>
                    <a:pt x="1885" y="426"/>
                    <a:pt x="1460" y="1"/>
                    <a:pt x="9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2"/>
            <p:cNvSpPr/>
            <p:nvPr/>
          </p:nvSpPr>
          <p:spPr>
            <a:xfrm>
              <a:off x="4903774" y="1602267"/>
              <a:ext cx="74528" cy="73400"/>
            </a:xfrm>
            <a:custGeom>
              <a:rect b="b" l="l" r="r" t="t"/>
              <a:pathLst>
                <a:path extrusionOk="0" h="1887" w="1916">
                  <a:moveTo>
                    <a:pt x="943" y="0"/>
                  </a:moveTo>
                  <a:cubicBezTo>
                    <a:pt x="426" y="0"/>
                    <a:pt x="1" y="426"/>
                    <a:pt x="1" y="942"/>
                  </a:cubicBezTo>
                  <a:cubicBezTo>
                    <a:pt x="1" y="1471"/>
                    <a:pt x="398" y="1886"/>
                    <a:pt x="918" y="1886"/>
                  </a:cubicBezTo>
                  <a:cubicBezTo>
                    <a:pt x="936" y="1886"/>
                    <a:pt x="955" y="1886"/>
                    <a:pt x="973" y="1885"/>
                  </a:cubicBezTo>
                  <a:cubicBezTo>
                    <a:pt x="1490" y="1885"/>
                    <a:pt x="1915" y="1459"/>
                    <a:pt x="1915" y="942"/>
                  </a:cubicBezTo>
                  <a:cubicBezTo>
                    <a:pt x="1885" y="426"/>
                    <a:pt x="1460" y="0"/>
                    <a:pt x="9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3"/>
          <p:cNvSpPr/>
          <p:nvPr/>
        </p:nvSpPr>
        <p:spPr>
          <a:xfrm>
            <a:off x="1068701" y="3102202"/>
            <a:ext cx="822886" cy="822886"/>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3"/>
          <p:cNvSpPr/>
          <p:nvPr/>
        </p:nvSpPr>
        <p:spPr>
          <a:xfrm>
            <a:off x="4868263" y="3102202"/>
            <a:ext cx="822886" cy="822886"/>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3"/>
          <p:cNvSpPr/>
          <p:nvPr/>
        </p:nvSpPr>
        <p:spPr>
          <a:xfrm>
            <a:off x="4868276" y="1761552"/>
            <a:ext cx="822886" cy="822886"/>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3"/>
          <p:cNvSpPr/>
          <p:nvPr/>
        </p:nvSpPr>
        <p:spPr>
          <a:xfrm>
            <a:off x="1068701" y="1761552"/>
            <a:ext cx="822886" cy="822886"/>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3"/>
          <p:cNvSpPr txBox="1"/>
          <p:nvPr>
            <p:ph idx="4" type="title"/>
          </p:nvPr>
        </p:nvSpPr>
        <p:spPr>
          <a:xfrm>
            <a:off x="1991575" y="3193650"/>
            <a:ext cx="2580300" cy="64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Wrangling and Cleaning</a:t>
            </a:r>
            <a:endParaRPr/>
          </a:p>
        </p:txBody>
      </p:sp>
      <p:sp>
        <p:nvSpPr>
          <p:cNvPr id="674" name="Google Shape;674;p43"/>
          <p:cNvSpPr txBox="1"/>
          <p:nvPr>
            <p:ph idx="7" type="title"/>
          </p:nvPr>
        </p:nvSpPr>
        <p:spPr>
          <a:xfrm>
            <a:off x="1068700" y="1852888"/>
            <a:ext cx="822900" cy="6402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75" name="Google Shape;675;p43"/>
          <p:cNvSpPr txBox="1"/>
          <p:nvPr>
            <p:ph type="title"/>
          </p:nvPr>
        </p:nvSpPr>
        <p:spPr>
          <a:xfrm>
            <a:off x="1991575" y="1955800"/>
            <a:ext cx="2876700" cy="43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Overview</a:t>
            </a:r>
            <a:endParaRPr/>
          </a:p>
        </p:txBody>
      </p:sp>
      <p:sp>
        <p:nvSpPr>
          <p:cNvPr id="676" name="Google Shape;676;p43"/>
          <p:cNvSpPr txBox="1"/>
          <p:nvPr>
            <p:ph idx="2" type="title"/>
          </p:nvPr>
        </p:nvSpPr>
        <p:spPr>
          <a:xfrm>
            <a:off x="5786525" y="1959900"/>
            <a:ext cx="2580300" cy="43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Exploratory Data Analysis </a:t>
            </a:r>
            <a:endParaRPr/>
          </a:p>
        </p:txBody>
      </p:sp>
      <p:sp>
        <p:nvSpPr>
          <p:cNvPr id="677" name="Google Shape;677;p43"/>
          <p:cNvSpPr txBox="1"/>
          <p:nvPr>
            <p:ph idx="5" type="title"/>
          </p:nvPr>
        </p:nvSpPr>
        <p:spPr>
          <a:xfrm>
            <a:off x="5786525" y="3296450"/>
            <a:ext cx="2580300" cy="43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Major Obstacle</a:t>
            </a:r>
            <a:endParaRPr/>
          </a:p>
        </p:txBody>
      </p:sp>
      <p:sp>
        <p:nvSpPr>
          <p:cNvPr id="678" name="Google Shape;678;p43"/>
          <p:cNvSpPr txBox="1"/>
          <p:nvPr>
            <p:ph idx="8" type="title"/>
          </p:nvPr>
        </p:nvSpPr>
        <p:spPr>
          <a:xfrm>
            <a:off x="4868250" y="1858800"/>
            <a:ext cx="822900" cy="6402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679" name="Google Shape;679;p43"/>
          <p:cNvSpPr txBox="1"/>
          <p:nvPr>
            <p:ph idx="9" type="title"/>
          </p:nvPr>
        </p:nvSpPr>
        <p:spPr>
          <a:xfrm>
            <a:off x="1068700" y="3193550"/>
            <a:ext cx="822900" cy="6402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680" name="Google Shape;680;p43"/>
          <p:cNvSpPr txBox="1"/>
          <p:nvPr>
            <p:ph idx="13" type="title"/>
          </p:nvPr>
        </p:nvSpPr>
        <p:spPr>
          <a:xfrm>
            <a:off x="4868250" y="3198175"/>
            <a:ext cx="822900" cy="6402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681" name="Google Shape;681;p43"/>
          <p:cNvSpPr txBox="1"/>
          <p:nvPr>
            <p:ph idx="15"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TABLE OF CONTENTS</a:t>
            </a:r>
            <a:endParaRPr/>
          </a:p>
        </p:txBody>
      </p:sp>
      <p:grpSp>
        <p:nvGrpSpPr>
          <p:cNvPr id="682" name="Google Shape;682;p43"/>
          <p:cNvGrpSpPr/>
          <p:nvPr/>
        </p:nvGrpSpPr>
        <p:grpSpPr>
          <a:xfrm rot="1285550">
            <a:off x="7808042" y="678921"/>
            <a:ext cx="822913" cy="818353"/>
            <a:chOff x="5088175" y="2529243"/>
            <a:chExt cx="822905" cy="818345"/>
          </a:xfrm>
        </p:grpSpPr>
        <p:sp>
          <p:nvSpPr>
            <p:cNvPr id="683" name="Google Shape;683;p43"/>
            <p:cNvSpPr/>
            <p:nvPr/>
          </p:nvSpPr>
          <p:spPr>
            <a:xfrm>
              <a:off x="5092588" y="2529243"/>
              <a:ext cx="818492" cy="818345"/>
            </a:xfrm>
            <a:custGeom>
              <a:rect b="b" l="l" r="r" t="t"/>
              <a:pathLst>
                <a:path extrusionOk="0" fill="none" h="5563" w="5564">
                  <a:moveTo>
                    <a:pt x="5563" y="2766"/>
                  </a:moveTo>
                  <a:cubicBezTo>
                    <a:pt x="5563" y="4317"/>
                    <a:pt x="4317" y="5563"/>
                    <a:pt x="2767" y="5563"/>
                  </a:cubicBezTo>
                  <a:cubicBezTo>
                    <a:pt x="1217" y="5563"/>
                    <a:pt x="1" y="4317"/>
                    <a:pt x="1" y="2766"/>
                  </a:cubicBezTo>
                  <a:cubicBezTo>
                    <a:pt x="1" y="1247"/>
                    <a:pt x="1217" y="0"/>
                    <a:pt x="2767" y="0"/>
                  </a:cubicBezTo>
                  <a:cubicBezTo>
                    <a:pt x="4317" y="0"/>
                    <a:pt x="5563" y="1247"/>
                    <a:pt x="5563" y="2766"/>
                  </a:cubicBezTo>
                  <a:close/>
                </a:path>
              </a:pathLst>
            </a:custGeom>
            <a:noFill/>
            <a:ln cap="flat" cmpd="sng" w="952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3"/>
            <p:cNvSpPr/>
            <p:nvPr/>
          </p:nvSpPr>
          <p:spPr>
            <a:xfrm>
              <a:off x="5499478" y="2529243"/>
              <a:ext cx="147" cy="818345"/>
            </a:xfrm>
            <a:custGeom>
              <a:rect b="b" l="l" r="r" t="t"/>
              <a:pathLst>
                <a:path extrusionOk="0" fill="none" h="5563" w="1">
                  <a:moveTo>
                    <a:pt x="1" y="0"/>
                  </a:moveTo>
                  <a:lnTo>
                    <a:pt x="1" y="5563"/>
                  </a:lnTo>
                </a:path>
              </a:pathLst>
            </a:custGeom>
            <a:noFill/>
            <a:ln cap="flat" cmpd="sng" w="952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3"/>
            <p:cNvSpPr/>
            <p:nvPr/>
          </p:nvSpPr>
          <p:spPr>
            <a:xfrm>
              <a:off x="5307213" y="2533656"/>
              <a:ext cx="134307" cy="809519"/>
            </a:xfrm>
            <a:custGeom>
              <a:rect b="b" l="l" r="r" t="t"/>
              <a:pathLst>
                <a:path extrusionOk="0" fill="none" h="5503" w="913">
                  <a:moveTo>
                    <a:pt x="913" y="5502"/>
                  </a:moveTo>
                  <a:cubicBezTo>
                    <a:pt x="913" y="5502"/>
                    <a:pt x="1" y="4712"/>
                    <a:pt x="1" y="2736"/>
                  </a:cubicBezTo>
                  <a:cubicBezTo>
                    <a:pt x="1" y="791"/>
                    <a:pt x="913" y="1"/>
                    <a:pt x="913" y="1"/>
                  </a:cubicBezTo>
                </a:path>
              </a:pathLst>
            </a:custGeom>
            <a:noFill/>
            <a:ln cap="flat" cmpd="sng" w="952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3"/>
            <p:cNvSpPr/>
            <p:nvPr/>
          </p:nvSpPr>
          <p:spPr>
            <a:xfrm>
              <a:off x="5562144" y="2533656"/>
              <a:ext cx="134307" cy="809519"/>
            </a:xfrm>
            <a:custGeom>
              <a:rect b="b" l="l" r="r" t="t"/>
              <a:pathLst>
                <a:path extrusionOk="0" fill="none" h="5503" w="913">
                  <a:moveTo>
                    <a:pt x="0" y="5502"/>
                  </a:moveTo>
                  <a:cubicBezTo>
                    <a:pt x="0" y="5502"/>
                    <a:pt x="912" y="4712"/>
                    <a:pt x="912" y="2736"/>
                  </a:cubicBezTo>
                  <a:cubicBezTo>
                    <a:pt x="912" y="791"/>
                    <a:pt x="0" y="1"/>
                    <a:pt x="0" y="1"/>
                  </a:cubicBezTo>
                </a:path>
              </a:pathLst>
            </a:custGeom>
            <a:noFill/>
            <a:ln cap="flat" cmpd="sng" w="952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3"/>
            <p:cNvSpPr/>
            <p:nvPr/>
          </p:nvSpPr>
          <p:spPr>
            <a:xfrm>
              <a:off x="5088175" y="2936132"/>
              <a:ext cx="822905" cy="147"/>
            </a:xfrm>
            <a:custGeom>
              <a:rect b="b" l="l" r="r" t="t"/>
              <a:pathLst>
                <a:path extrusionOk="0" fill="none" h="1" w="5594">
                  <a:moveTo>
                    <a:pt x="0" y="0"/>
                  </a:moveTo>
                  <a:lnTo>
                    <a:pt x="5593" y="0"/>
                  </a:lnTo>
                </a:path>
              </a:pathLst>
            </a:custGeom>
            <a:noFill/>
            <a:ln cap="flat" cmpd="sng" w="952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3"/>
            <p:cNvSpPr/>
            <p:nvPr/>
          </p:nvSpPr>
          <p:spPr>
            <a:xfrm>
              <a:off x="5191001" y="3128397"/>
              <a:ext cx="626079" cy="67227"/>
            </a:xfrm>
            <a:custGeom>
              <a:rect b="b" l="l" r="r" t="t"/>
              <a:pathLst>
                <a:path extrusionOk="0" fill="none" h="457" w="4256">
                  <a:moveTo>
                    <a:pt x="4256" y="456"/>
                  </a:moveTo>
                  <a:cubicBezTo>
                    <a:pt x="3830" y="244"/>
                    <a:pt x="3101" y="0"/>
                    <a:pt x="2098" y="0"/>
                  </a:cubicBezTo>
                  <a:cubicBezTo>
                    <a:pt x="1125" y="0"/>
                    <a:pt x="426" y="213"/>
                    <a:pt x="1" y="456"/>
                  </a:cubicBezTo>
                </a:path>
              </a:pathLst>
            </a:custGeom>
            <a:noFill/>
            <a:ln cap="flat" cmpd="sng" w="952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3"/>
            <p:cNvSpPr/>
            <p:nvPr/>
          </p:nvSpPr>
          <p:spPr>
            <a:xfrm>
              <a:off x="5191001" y="2694735"/>
              <a:ext cx="626079" cy="71640"/>
            </a:xfrm>
            <a:custGeom>
              <a:rect b="b" l="l" r="r" t="t"/>
              <a:pathLst>
                <a:path extrusionOk="0" fill="none" h="487" w="4256">
                  <a:moveTo>
                    <a:pt x="1" y="0"/>
                  </a:moveTo>
                  <a:cubicBezTo>
                    <a:pt x="426" y="243"/>
                    <a:pt x="1125" y="486"/>
                    <a:pt x="2159" y="486"/>
                  </a:cubicBezTo>
                  <a:cubicBezTo>
                    <a:pt x="3131" y="486"/>
                    <a:pt x="3830" y="243"/>
                    <a:pt x="4256" y="30"/>
                  </a:cubicBezTo>
                </a:path>
              </a:pathLst>
            </a:custGeom>
            <a:noFill/>
            <a:ln cap="flat" cmpd="sng" w="952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43"/>
          <p:cNvSpPr/>
          <p:nvPr/>
        </p:nvSpPr>
        <p:spPr>
          <a:xfrm>
            <a:off x="1068713" y="4190627"/>
            <a:ext cx="822886" cy="822886"/>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Montserrat"/>
                <a:ea typeface="Montserrat"/>
                <a:cs typeface="Montserrat"/>
                <a:sym typeface="Montserrat"/>
              </a:rPr>
              <a:t>05</a:t>
            </a:r>
            <a:endParaRPr b="1" sz="3600">
              <a:solidFill>
                <a:schemeClr val="dk1"/>
              </a:solidFill>
              <a:latin typeface="Montserrat"/>
              <a:ea typeface="Montserrat"/>
              <a:cs typeface="Montserrat"/>
              <a:sym typeface="Montserrat"/>
            </a:endParaRPr>
          </a:p>
        </p:txBody>
      </p:sp>
      <p:sp>
        <p:nvSpPr>
          <p:cNvPr id="691" name="Google Shape;691;p43"/>
          <p:cNvSpPr txBox="1"/>
          <p:nvPr/>
        </p:nvSpPr>
        <p:spPr>
          <a:xfrm>
            <a:off x="2052250" y="41711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latin typeface="Montserrat"/>
                <a:ea typeface="Montserrat"/>
                <a:cs typeface="Montserrat"/>
                <a:sym typeface="Montserrat"/>
              </a:rPr>
              <a:t>Conclusion and Insights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4"/>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4"/>
          <p:cNvSpPr txBox="1"/>
          <p:nvPr>
            <p:ph type="title"/>
          </p:nvPr>
        </p:nvSpPr>
        <p:spPr>
          <a:xfrm>
            <a:off x="1146900" y="3068936"/>
            <a:ext cx="6850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Overview</a:t>
            </a:r>
            <a:endParaRPr/>
          </a:p>
          <a:p>
            <a:pPr indent="0" lvl="0" marL="0" rtl="0" algn="ctr">
              <a:spcBef>
                <a:spcPts val="0"/>
              </a:spcBef>
              <a:spcAft>
                <a:spcPts val="0"/>
              </a:spcAft>
              <a:buNone/>
            </a:pPr>
            <a:r>
              <a:t/>
            </a:r>
            <a:endParaRPr/>
          </a:p>
        </p:txBody>
      </p:sp>
      <p:sp>
        <p:nvSpPr>
          <p:cNvPr id="698" name="Google Shape;698;p44"/>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699" name="Google Shape;699;p44"/>
          <p:cNvGrpSpPr/>
          <p:nvPr/>
        </p:nvGrpSpPr>
        <p:grpSpPr>
          <a:xfrm>
            <a:off x="6543922" y="843718"/>
            <a:ext cx="851910" cy="781546"/>
            <a:chOff x="7145197" y="889118"/>
            <a:chExt cx="851910" cy="781546"/>
          </a:xfrm>
        </p:grpSpPr>
        <p:sp>
          <p:nvSpPr>
            <p:cNvPr id="700" name="Google Shape;700;p44"/>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4"/>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4"/>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4"/>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5"/>
          <p:cNvSpPr txBox="1"/>
          <p:nvPr>
            <p:ph idx="1" type="body"/>
          </p:nvPr>
        </p:nvSpPr>
        <p:spPr>
          <a:xfrm>
            <a:off x="692700" y="1445725"/>
            <a:ext cx="4035600" cy="259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project seeks to automate the process using NLP models to extract insights and provide users with valuable product recommendations.</a:t>
            </a:r>
            <a:endParaRPr/>
          </a:p>
        </p:txBody>
      </p:sp>
      <p:pic>
        <p:nvPicPr>
          <p:cNvPr id="709" name="Google Shape;709;p45"/>
          <p:cNvPicPr preferRelativeResize="0"/>
          <p:nvPr/>
        </p:nvPicPr>
        <p:blipFill rotWithShape="1">
          <a:blip r:embed="rId3">
            <a:alphaModFix/>
          </a:blip>
          <a:srcRect b="0" l="0" r="6603" t="0"/>
          <a:stretch/>
        </p:blipFill>
        <p:spPr>
          <a:xfrm>
            <a:off x="5349350" y="1488325"/>
            <a:ext cx="4035600" cy="2879700"/>
          </a:xfrm>
          <a:prstGeom prst="roundRect">
            <a:avLst>
              <a:gd fmla="val 16667" name="adj"/>
            </a:avLst>
          </a:prstGeom>
          <a:noFill/>
          <a:ln cap="flat" cmpd="sng" w="9525">
            <a:solidFill>
              <a:schemeClr val="lt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46"/>
          <p:cNvSpPr txBox="1"/>
          <p:nvPr>
            <p:ph type="title"/>
          </p:nvPr>
        </p:nvSpPr>
        <p:spPr>
          <a:xfrm>
            <a:off x="1001375" y="1248625"/>
            <a:ext cx="2914200" cy="755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Datasets Used</a:t>
            </a:r>
            <a:endParaRPr sz="1300"/>
          </a:p>
        </p:txBody>
      </p:sp>
      <p:sp>
        <p:nvSpPr>
          <p:cNvPr id="715" name="Google Shape;715;p46"/>
          <p:cNvSpPr txBox="1"/>
          <p:nvPr>
            <p:ph idx="1" type="body"/>
          </p:nvPr>
        </p:nvSpPr>
        <p:spPr>
          <a:xfrm>
            <a:off x="287775" y="2196400"/>
            <a:ext cx="2848200" cy="25392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1000"/>
              <a:t>Two primary datasets from hugging face were utilized in this project:</a:t>
            </a:r>
            <a:endParaRPr sz="1000"/>
          </a:p>
          <a:p>
            <a:pPr indent="0" lvl="0" marL="457200" rtl="0" algn="l">
              <a:spcBef>
                <a:spcPts val="0"/>
              </a:spcBef>
              <a:spcAft>
                <a:spcPts val="0"/>
              </a:spcAft>
              <a:buNone/>
            </a:pPr>
            <a:r>
              <a:t/>
            </a:r>
            <a:endParaRPr sz="1000"/>
          </a:p>
          <a:p>
            <a:pPr indent="0" lvl="0" marL="457200" rtl="0" algn="l">
              <a:spcBef>
                <a:spcPts val="0"/>
              </a:spcBef>
              <a:spcAft>
                <a:spcPts val="0"/>
              </a:spcAft>
              <a:buNone/>
            </a:pPr>
            <a:r>
              <a:rPr lang="en" sz="1000"/>
              <a:t>Datafiniti Amazon Consumer Reviews of Amazon Products</a:t>
            </a:r>
            <a:endParaRPr sz="1000"/>
          </a:p>
          <a:p>
            <a:pPr indent="0" lvl="0" marL="457200" rtl="0" algn="l">
              <a:spcBef>
                <a:spcPts val="0"/>
              </a:spcBef>
              <a:spcAft>
                <a:spcPts val="0"/>
              </a:spcAft>
              <a:buNone/>
            </a:pPr>
            <a:r>
              <a:t/>
            </a:r>
            <a:endParaRPr sz="1000"/>
          </a:p>
          <a:p>
            <a:pPr indent="0" lvl="0" marL="457200" rtl="0" algn="l">
              <a:spcBef>
                <a:spcPts val="0"/>
              </a:spcBef>
              <a:spcAft>
                <a:spcPts val="0"/>
              </a:spcAft>
              <a:buNone/>
            </a:pPr>
            <a:r>
              <a:rPr lang="en" sz="1000"/>
              <a:t>File: Datafiniti_Amazon_Consumer_Reviews_of_Amazon_Products.csv</a:t>
            </a:r>
            <a:endParaRPr sz="1000"/>
          </a:p>
          <a:p>
            <a:pPr indent="0" lvl="0" marL="457200" rtl="0" algn="l">
              <a:spcBef>
                <a:spcPts val="0"/>
              </a:spcBef>
              <a:spcAft>
                <a:spcPts val="0"/>
              </a:spcAft>
              <a:buNone/>
            </a:pPr>
            <a:r>
              <a:t/>
            </a:r>
            <a:endParaRPr sz="1000"/>
          </a:p>
          <a:p>
            <a:pPr indent="0" lvl="0" marL="457200" rtl="0" algn="l">
              <a:spcBef>
                <a:spcPts val="0"/>
              </a:spcBef>
              <a:spcAft>
                <a:spcPts val="0"/>
              </a:spcAft>
              <a:buNone/>
            </a:pPr>
            <a:r>
              <a:rPr lang="en" sz="1000"/>
              <a:t>Amazon Product Reviews Dataset (May 2019)</a:t>
            </a:r>
            <a:endParaRPr sz="1000"/>
          </a:p>
          <a:p>
            <a:pPr indent="0" lvl="0" marL="457200" rtl="0" algn="l">
              <a:spcBef>
                <a:spcPts val="0"/>
              </a:spcBef>
              <a:spcAft>
                <a:spcPts val="0"/>
              </a:spcAft>
              <a:buNone/>
            </a:pPr>
            <a:r>
              <a:t/>
            </a:r>
            <a:endParaRPr sz="1000"/>
          </a:p>
          <a:p>
            <a:pPr indent="0" lvl="0" marL="457200" rtl="0" algn="l">
              <a:spcBef>
                <a:spcPts val="0"/>
              </a:spcBef>
              <a:spcAft>
                <a:spcPts val="0"/>
              </a:spcAft>
              <a:buNone/>
            </a:pPr>
            <a:r>
              <a:rPr lang="en" sz="1000"/>
              <a:t>File: Datafiniti_Amazon_Consumer_Reviews_of_Amazon_Products_May19.csv</a:t>
            </a:r>
            <a:endParaRPr sz="1000"/>
          </a:p>
        </p:txBody>
      </p:sp>
      <p:grpSp>
        <p:nvGrpSpPr>
          <p:cNvPr id="716" name="Google Shape;716;p46"/>
          <p:cNvGrpSpPr/>
          <p:nvPr/>
        </p:nvGrpSpPr>
        <p:grpSpPr>
          <a:xfrm>
            <a:off x="4718778" y="843676"/>
            <a:ext cx="3772269" cy="3061920"/>
            <a:chOff x="4718778" y="843676"/>
            <a:chExt cx="3772269" cy="3061920"/>
          </a:xfrm>
        </p:grpSpPr>
        <p:grpSp>
          <p:nvGrpSpPr>
            <p:cNvPr id="717" name="Google Shape;717;p46"/>
            <p:cNvGrpSpPr/>
            <p:nvPr/>
          </p:nvGrpSpPr>
          <p:grpSpPr>
            <a:xfrm>
              <a:off x="6356988" y="1415549"/>
              <a:ext cx="2134059" cy="2312387"/>
              <a:chOff x="7220188" y="1507448"/>
              <a:chExt cx="2134059" cy="2312387"/>
            </a:xfrm>
          </p:grpSpPr>
          <p:sp>
            <p:nvSpPr>
              <p:cNvPr id="718" name="Google Shape;718;p46"/>
              <p:cNvSpPr/>
              <p:nvPr/>
            </p:nvSpPr>
            <p:spPr>
              <a:xfrm>
                <a:off x="7220188" y="1507448"/>
                <a:ext cx="2134059" cy="2312387"/>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gradFill>
                <a:gsLst>
                  <a:gs pos="0">
                    <a:schemeClr val="accent1"/>
                  </a:gs>
                  <a:gs pos="100000">
                    <a:schemeClr val="accent2"/>
                  </a:gs>
                </a:gsLst>
                <a:lin ang="0" scaled="0"/>
              </a:gra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6"/>
              <p:cNvSpPr/>
              <p:nvPr/>
            </p:nvSpPr>
            <p:spPr>
              <a:xfrm>
                <a:off x="7220188" y="1885108"/>
                <a:ext cx="2126395" cy="63"/>
              </a:xfrm>
              <a:custGeom>
                <a:rect b="b" l="l" r="r" t="t"/>
                <a:pathLst>
                  <a:path extrusionOk="0" fill="none" h="1" w="33709">
                    <a:moveTo>
                      <a:pt x="0" y="1"/>
                    </a:moveTo>
                    <a:lnTo>
                      <a:pt x="33709"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6"/>
              <p:cNvSpPr/>
              <p:nvPr/>
            </p:nvSpPr>
            <p:spPr>
              <a:xfrm>
                <a:off x="7363946" y="1647360"/>
                <a:ext cx="86358" cy="86358"/>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6"/>
              <p:cNvSpPr/>
              <p:nvPr/>
            </p:nvSpPr>
            <p:spPr>
              <a:xfrm>
                <a:off x="7530793" y="1647360"/>
                <a:ext cx="88250" cy="86358"/>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6"/>
              <p:cNvSpPr/>
              <p:nvPr/>
            </p:nvSpPr>
            <p:spPr>
              <a:xfrm>
                <a:off x="7699468" y="1647360"/>
                <a:ext cx="88313" cy="86358"/>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6"/>
              <p:cNvSpPr/>
              <p:nvPr/>
            </p:nvSpPr>
            <p:spPr>
              <a:xfrm>
                <a:off x="7362054" y="2289703"/>
                <a:ext cx="1861834" cy="377792"/>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6"/>
              <p:cNvSpPr/>
              <p:nvPr/>
            </p:nvSpPr>
            <p:spPr>
              <a:xfrm>
                <a:off x="7362054" y="2763308"/>
                <a:ext cx="1861834" cy="375836"/>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6"/>
              <p:cNvSpPr/>
              <p:nvPr/>
            </p:nvSpPr>
            <p:spPr>
              <a:xfrm>
                <a:off x="7362054" y="3234957"/>
                <a:ext cx="1861834" cy="377792"/>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46"/>
            <p:cNvGrpSpPr/>
            <p:nvPr/>
          </p:nvGrpSpPr>
          <p:grpSpPr>
            <a:xfrm>
              <a:off x="4718778" y="1415532"/>
              <a:ext cx="2134091" cy="2312421"/>
              <a:chOff x="4832228" y="1507448"/>
              <a:chExt cx="2134091" cy="2312421"/>
            </a:xfrm>
          </p:grpSpPr>
          <p:sp>
            <p:nvSpPr>
              <p:cNvPr id="727" name="Google Shape;727;p46"/>
              <p:cNvSpPr/>
              <p:nvPr/>
            </p:nvSpPr>
            <p:spPr>
              <a:xfrm>
                <a:off x="4832228" y="1507448"/>
                <a:ext cx="2134091" cy="2312421"/>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gradFill>
                <a:gsLst>
                  <a:gs pos="0">
                    <a:schemeClr val="accent6"/>
                  </a:gs>
                  <a:gs pos="100000">
                    <a:schemeClr val="accent5"/>
                  </a:gs>
                </a:gsLst>
                <a:lin ang="10800025" scaled="0"/>
              </a:gra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6"/>
              <p:cNvSpPr/>
              <p:nvPr/>
            </p:nvSpPr>
            <p:spPr>
              <a:xfrm>
                <a:off x="4832228" y="1885108"/>
                <a:ext cx="2126395" cy="63"/>
              </a:xfrm>
              <a:custGeom>
                <a:rect b="b" l="l" r="r" t="t"/>
                <a:pathLst>
                  <a:path extrusionOk="0" fill="none" h="1" w="33709">
                    <a:moveTo>
                      <a:pt x="0" y="1"/>
                    </a:moveTo>
                    <a:lnTo>
                      <a:pt x="33709"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6"/>
              <p:cNvSpPr/>
              <p:nvPr/>
            </p:nvSpPr>
            <p:spPr>
              <a:xfrm>
                <a:off x="4975986" y="1647360"/>
                <a:ext cx="86358" cy="86358"/>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6"/>
              <p:cNvSpPr/>
              <p:nvPr/>
            </p:nvSpPr>
            <p:spPr>
              <a:xfrm>
                <a:off x="5142833" y="1647360"/>
                <a:ext cx="88250" cy="86358"/>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6"/>
              <p:cNvSpPr/>
              <p:nvPr/>
            </p:nvSpPr>
            <p:spPr>
              <a:xfrm>
                <a:off x="5311508" y="1647360"/>
                <a:ext cx="88313" cy="86358"/>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6"/>
              <p:cNvSpPr/>
              <p:nvPr/>
            </p:nvSpPr>
            <p:spPr>
              <a:xfrm>
                <a:off x="4974094" y="2289703"/>
                <a:ext cx="1861834" cy="377792"/>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6"/>
              <p:cNvSpPr/>
              <p:nvPr/>
            </p:nvSpPr>
            <p:spPr>
              <a:xfrm>
                <a:off x="5066128" y="2360668"/>
                <a:ext cx="245448" cy="245448"/>
              </a:xfrm>
              <a:custGeom>
                <a:rect b="b" l="l" r="r" t="t"/>
                <a:pathLst>
                  <a:path extrusionOk="0" h="3891" w="3891">
                    <a:moveTo>
                      <a:pt x="1946" y="0"/>
                    </a:moveTo>
                    <a:cubicBezTo>
                      <a:pt x="851" y="0"/>
                      <a:pt x="0" y="882"/>
                      <a:pt x="0" y="1945"/>
                    </a:cubicBezTo>
                    <a:cubicBezTo>
                      <a:pt x="0" y="3009"/>
                      <a:pt x="851" y="3891"/>
                      <a:pt x="1946" y="3891"/>
                    </a:cubicBezTo>
                    <a:cubicBezTo>
                      <a:pt x="3009" y="3891"/>
                      <a:pt x="3891" y="3009"/>
                      <a:pt x="3891" y="1945"/>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6"/>
              <p:cNvSpPr/>
              <p:nvPr/>
            </p:nvSpPr>
            <p:spPr>
              <a:xfrm>
                <a:off x="5127441" y="2412394"/>
                <a:ext cx="120863" cy="124711"/>
              </a:xfrm>
              <a:custGeom>
                <a:rect b="b" l="l" r="r" t="t"/>
                <a:pathLst>
                  <a:path extrusionOk="0" h="1977" w="1916">
                    <a:moveTo>
                      <a:pt x="1916" y="1976"/>
                    </a:moveTo>
                    <a:cubicBezTo>
                      <a:pt x="1916" y="1521"/>
                      <a:pt x="1612" y="1095"/>
                      <a:pt x="1247" y="943"/>
                    </a:cubicBezTo>
                    <a:cubicBezTo>
                      <a:pt x="1369" y="852"/>
                      <a:pt x="1460" y="700"/>
                      <a:pt x="1460" y="517"/>
                    </a:cubicBezTo>
                    <a:cubicBezTo>
                      <a:pt x="1460" y="244"/>
                      <a:pt x="1247" y="1"/>
                      <a:pt x="974" y="1"/>
                    </a:cubicBezTo>
                    <a:cubicBezTo>
                      <a:pt x="670" y="1"/>
                      <a:pt x="457" y="244"/>
                      <a:pt x="457" y="517"/>
                    </a:cubicBezTo>
                    <a:cubicBezTo>
                      <a:pt x="457" y="700"/>
                      <a:pt x="548" y="852"/>
                      <a:pt x="700" y="943"/>
                    </a:cubicBezTo>
                    <a:cubicBezTo>
                      <a:pt x="305" y="1095"/>
                      <a:pt x="1" y="1521"/>
                      <a:pt x="1" y="197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6"/>
              <p:cNvSpPr/>
              <p:nvPr/>
            </p:nvSpPr>
            <p:spPr>
              <a:xfrm>
                <a:off x="5413130" y="2479511"/>
                <a:ext cx="983684" cy="63"/>
              </a:xfrm>
              <a:custGeom>
                <a:rect b="b" l="l" r="r" t="t"/>
                <a:pathLst>
                  <a:path extrusionOk="0" fill="none" h="1" w="15594">
                    <a:moveTo>
                      <a:pt x="1" y="1"/>
                    </a:moveTo>
                    <a:lnTo>
                      <a:pt x="15594"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6"/>
              <p:cNvSpPr/>
              <p:nvPr/>
            </p:nvSpPr>
            <p:spPr>
              <a:xfrm>
                <a:off x="4974094" y="2763308"/>
                <a:ext cx="1861834" cy="375836"/>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6"/>
              <p:cNvSpPr/>
              <p:nvPr/>
            </p:nvSpPr>
            <p:spPr>
              <a:xfrm>
                <a:off x="5066128" y="2832317"/>
                <a:ext cx="245448" cy="245448"/>
              </a:xfrm>
              <a:custGeom>
                <a:rect b="b" l="l" r="r" t="t"/>
                <a:pathLst>
                  <a:path extrusionOk="0" h="3891" w="3891">
                    <a:moveTo>
                      <a:pt x="1946" y="0"/>
                    </a:moveTo>
                    <a:cubicBezTo>
                      <a:pt x="851" y="0"/>
                      <a:pt x="0" y="882"/>
                      <a:pt x="0" y="1946"/>
                    </a:cubicBezTo>
                    <a:cubicBezTo>
                      <a:pt x="0" y="3040"/>
                      <a:pt x="851" y="3891"/>
                      <a:pt x="1946" y="3891"/>
                    </a:cubicBezTo>
                    <a:cubicBezTo>
                      <a:pt x="3009" y="3891"/>
                      <a:pt x="3891" y="3040"/>
                      <a:pt x="3891" y="1946"/>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6"/>
              <p:cNvSpPr/>
              <p:nvPr/>
            </p:nvSpPr>
            <p:spPr>
              <a:xfrm>
                <a:off x="5127441" y="2885998"/>
                <a:ext cx="120863" cy="122755"/>
              </a:xfrm>
              <a:custGeom>
                <a:rect b="b" l="l" r="r" t="t"/>
                <a:pathLst>
                  <a:path extrusionOk="0" h="1946" w="1916">
                    <a:moveTo>
                      <a:pt x="1916" y="1946"/>
                    </a:moveTo>
                    <a:cubicBezTo>
                      <a:pt x="1916" y="1520"/>
                      <a:pt x="1612" y="1064"/>
                      <a:pt x="1247" y="912"/>
                    </a:cubicBezTo>
                    <a:cubicBezTo>
                      <a:pt x="1369" y="821"/>
                      <a:pt x="1460" y="669"/>
                      <a:pt x="1460" y="487"/>
                    </a:cubicBezTo>
                    <a:cubicBezTo>
                      <a:pt x="1460" y="213"/>
                      <a:pt x="1247" y="0"/>
                      <a:pt x="974" y="0"/>
                    </a:cubicBezTo>
                    <a:cubicBezTo>
                      <a:pt x="670" y="0"/>
                      <a:pt x="457" y="213"/>
                      <a:pt x="457" y="487"/>
                    </a:cubicBezTo>
                    <a:cubicBezTo>
                      <a:pt x="457" y="669"/>
                      <a:pt x="548" y="821"/>
                      <a:pt x="700" y="912"/>
                    </a:cubicBezTo>
                    <a:cubicBezTo>
                      <a:pt x="305" y="1064"/>
                      <a:pt x="1" y="1520"/>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6"/>
              <p:cNvSpPr/>
              <p:nvPr/>
            </p:nvSpPr>
            <p:spPr>
              <a:xfrm>
                <a:off x="5413130" y="2951160"/>
                <a:ext cx="1190779" cy="63"/>
              </a:xfrm>
              <a:custGeom>
                <a:rect b="b" l="l" r="r" t="t"/>
                <a:pathLst>
                  <a:path extrusionOk="0" fill="none" h="1" w="18877">
                    <a:moveTo>
                      <a:pt x="1" y="1"/>
                    </a:moveTo>
                    <a:lnTo>
                      <a:pt x="1887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46"/>
              <p:cNvSpPr/>
              <p:nvPr/>
            </p:nvSpPr>
            <p:spPr>
              <a:xfrm>
                <a:off x="4974094" y="3234957"/>
                <a:ext cx="1861834" cy="377792"/>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6"/>
              <p:cNvSpPr/>
              <p:nvPr/>
            </p:nvSpPr>
            <p:spPr>
              <a:xfrm>
                <a:off x="5066128" y="3305922"/>
                <a:ext cx="245448" cy="245448"/>
              </a:xfrm>
              <a:custGeom>
                <a:rect b="b" l="l" r="r" t="t"/>
                <a:pathLst>
                  <a:path extrusionOk="0" h="3891" w="3891">
                    <a:moveTo>
                      <a:pt x="1946" y="0"/>
                    </a:moveTo>
                    <a:cubicBezTo>
                      <a:pt x="851" y="0"/>
                      <a:pt x="0" y="851"/>
                      <a:pt x="0" y="1945"/>
                    </a:cubicBezTo>
                    <a:cubicBezTo>
                      <a:pt x="0" y="3009"/>
                      <a:pt x="851" y="3891"/>
                      <a:pt x="1946" y="3891"/>
                    </a:cubicBezTo>
                    <a:cubicBezTo>
                      <a:pt x="3009" y="3891"/>
                      <a:pt x="3891" y="3009"/>
                      <a:pt x="3891" y="1945"/>
                    </a:cubicBezTo>
                    <a:cubicBezTo>
                      <a:pt x="3891" y="851"/>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6"/>
              <p:cNvSpPr/>
              <p:nvPr/>
            </p:nvSpPr>
            <p:spPr>
              <a:xfrm>
                <a:off x="5127441" y="3357647"/>
                <a:ext cx="120863" cy="122819"/>
              </a:xfrm>
              <a:custGeom>
                <a:rect b="b" l="l" r="r" t="t"/>
                <a:pathLst>
                  <a:path extrusionOk="0" h="1947" w="1916">
                    <a:moveTo>
                      <a:pt x="1916" y="1946"/>
                    </a:moveTo>
                    <a:cubicBezTo>
                      <a:pt x="1916" y="1521"/>
                      <a:pt x="1612" y="1095"/>
                      <a:pt x="1247" y="943"/>
                    </a:cubicBezTo>
                    <a:cubicBezTo>
                      <a:pt x="1369" y="852"/>
                      <a:pt x="1460" y="700"/>
                      <a:pt x="1460" y="517"/>
                    </a:cubicBezTo>
                    <a:cubicBezTo>
                      <a:pt x="1460" y="214"/>
                      <a:pt x="1247" y="1"/>
                      <a:pt x="974" y="1"/>
                    </a:cubicBezTo>
                    <a:cubicBezTo>
                      <a:pt x="670" y="1"/>
                      <a:pt x="457" y="214"/>
                      <a:pt x="457" y="517"/>
                    </a:cubicBezTo>
                    <a:cubicBezTo>
                      <a:pt x="457" y="669"/>
                      <a:pt x="548" y="852"/>
                      <a:pt x="700" y="943"/>
                    </a:cubicBezTo>
                    <a:cubicBezTo>
                      <a:pt x="305" y="1095"/>
                      <a:pt x="1" y="1521"/>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6"/>
              <p:cNvSpPr/>
              <p:nvPr/>
            </p:nvSpPr>
            <p:spPr>
              <a:xfrm>
                <a:off x="5413130" y="3422872"/>
                <a:ext cx="699946" cy="63"/>
              </a:xfrm>
              <a:custGeom>
                <a:rect b="b" l="l" r="r" t="t"/>
                <a:pathLst>
                  <a:path extrusionOk="0" fill="none" h="1" w="11096">
                    <a:moveTo>
                      <a:pt x="1" y="0"/>
                    </a:moveTo>
                    <a:lnTo>
                      <a:pt x="1109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 name="Google Shape;744;p46"/>
            <p:cNvGrpSpPr/>
            <p:nvPr/>
          </p:nvGrpSpPr>
          <p:grpSpPr>
            <a:xfrm>
              <a:off x="5310741" y="1087438"/>
              <a:ext cx="2600758" cy="2818159"/>
              <a:chOff x="5282416" y="1254625"/>
              <a:chExt cx="2600758" cy="2818159"/>
            </a:xfrm>
          </p:grpSpPr>
          <p:sp>
            <p:nvSpPr>
              <p:cNvPr id="745" name="Google Shape;745;p46"/>
              <p:cNvSpPr/>
              <p:nvPr/>
            </p:nvSpPr>
            <p:spPr>
              <a:xfrm>
                <a:off x="5282416" y="1254700"/>
                <a:ext cx="2600758" cy="2818084"/>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solidFill>
                <a:srgbClr val="77C2DD"/>
              </a:solidFill>
              <a:ln cap="flat" cmpd="sng" w="45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46"/>
              <p:cNvSpPr/>
              <p:nvPr/>
            </p:nvSpPr>
            <p:spPr>
              <a:xfrm>
                <a:off x="5282416" y="1714953"/>
                <a:ext cx="2591379" cy="77"/>
              </a:xfrm>
              <a:custGeom>
                <a:rect b="b" l="l" r="r" t="t"/>
                <a:pathLst>
                  <a:path extrusionOk="0" fill="none" h="1" w="33709">
                    <a:moveTo>
                      <a:pt x="0" y="1"/>
                    </a:moveTo>
                    <a:lnTo>
                      <a:pt x="33709" y="1"/>
                    </a:lnTo>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6"/>
              <p:cNvSpPr/>
              <p:nvPr/>
            </p:nvSpPr>
            <p:spPr>
              <a:xfrm>
                <a:off x="5457614" y="1425210"/>
                <a:ext cx="105242" cy="105242"/>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6"/>
              <p:cNvSpPr/>
              <p:nvPr/>
            </p:nvSpPr>
            <p:spPr>
              <a:xfrm>
                <a:off x="5660949" y="1425210"/>
                <a:ext cx="107548" cy="105242"/>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6"/>
              <p:cNvSpPr/>
              <p:nvPr/>
            </p:nvSpPr>
            <p:spPr>
              <a:xfrm>
                <a:off x="5866514" y="1425210"/>
                <a:ext cx="107625" cy="105242"/>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6"/>
              <p:cNvSpPr/>
              <p:nvPr/>
            </p:nvSpPr>
            <p:spPr>
              <a:xfrm>
                <a:off x="5455308" y="2208032"/>
                <a:ext cx="2268966" cy="460404"/>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6"/>
              <p:cNvSpPr/>
              <p:nvPr/>
            </p:nvSpPr>
            <p:spPr>
              <a:xfrm>
                <a:off x="5567469" y="2294517"/>
                <a:ext cx="299121" cy="299121"/>
              </a:xfrm>
              <a:custGeom>
                <a:rect b="b" l="l" r="r" t="t"/>
                <a:pathLst>
                  <a:path extrusionOk="0" h="3891" w="3891">
                    <a:moveTo>
                      <a:pt x="1946" y="0"/>
                    </a:moveTo>
                    <a:cubicBezTo>
                      <a:pt x="851" y="0"/>
                      <a:pt x="0" y="882"/>
                      <a:pt x="0" y="1945"/>
                    </a:cubicBezTo>
                    <a:cubicBezTo>
                      <a:pt x="0" y="3009"/>
                      <a:pt x="851" y="3891"/>
                      <a:pt x="1946" y="3891"/>
                    </a:cubicBezTo>
                    <a:cubicBezTo>
                      <a:pt x="3009" y="3891"/>
                      <a:pt x="3891" y="3009"/>
                      <a:pt x="3891" y="1945"/>
                    </a:cubicBezTo>
                    <a:cubicBezTo>
                      <a:pt x="3891" y="882"/>
                      <a:pt x="3009" y="0"/>
                      <a:pt x="1946"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6"/>
              <p:cNvSpPr/>
              <p:nvPr/>
            </p:nvSpPr>
            <p:spPr>
              <a:xfrm>
                <a:off x="5642192" y="2357554"/>
                <a:ext cx="147293" cy="151982"/>
              </a:xfrm>
              <a:custGeom>
                <a:rect b="b" l="l" r="r" t="t"/>
                <a:pathLst>
                  <a:path extrusionOk="0" h="1977" w="1916">
                    <a:moveTo>
                      <a:pt x="1916" y="1976"/>
                    </a:moveTo>
                    <a:cubicBezTo>
                      <a:pt x="1916" y="1521"/>
                      <a:pt x="1612" y="1095"/>
                      <a:pt x="1247" y="943"/>
                    </a:cubicBezTo>
                    <a:cubicBezTo>
                      <a:pt x="1369" y="852"/>
                      <a:pt x="1460" y="700"/>
                      <a:pt x="1460" y="517"/>
                    </a:cubicBezTo>
                    <a:cubicBezTo>
                      <a:pt x="1460" y="244"/>
                      <a:pt x="1247" y="1"/>
                      <a:pt x="974" y="1"/>
                    </a:cubicBezTo>
                    <a:cubicBezTo>
                      <a:pt x="670" y="1"/>
                      <a:pt x="457" y="244"/>
                      <a:pt x="457" y="517"/>
                    </a:cubicBezTo>
                    <a:cubicBezTo>
                      <a:pt x="457" y="700"/>
                      <a:pt x="548" y="852"/>
                      <a:pt x="700" y="943"/>
                    </a:cubicBezTo>
                    <a:cubicBezTo>
                      <a:pt x="305" y="1095"/>
                      <a:pt x="1" y="1521"/>
                      <a:pt x="1" y="1976"/>
                    </a:cubicBezTo>
                    <a:close/>
                  </a:path>
                </a:pathLst>
              </a:custGeom>
              <a:solidFill>
                <a:srgbClr val="F6F6F6"/>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6"/>
              <p:cNvSpPr/>
              <p:nvPr/>
            </p:nvSpPr>
            <p:spPr>
              <a:xfrm>
                <a:off x="5990360" y="2439350"/>
                <a:ext cx="1198789" cy="77"/>
              </a:xfrm>
              <a:custGeom>
                <a:rect b="b" l="l" r="r" t="t"/>
                <a:pathLst>
                  <a:path extrusionOk="0" fill="none" h="1" w="15594">
                    <a:moveTo>
                      <a:pt x="1" y="1"/>
                    </a:moveTo>
                    <a:lnTo>
                      <a:pt x="15594" y="1"/>
                    </a:lnTo>
                  </a:path>
                </a:pathLst>
              </a:custGeom>
              <a:no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6"/>
              <p:cNvSpPr/>
              <p:nvPr/>
            </p:nvSpPr>
            <p:spPr>
              <a:xfrm>
                <a:off x="5455308" y="2785212"/>
                <a:ext cx="2268966" cy="458021"/>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6"/>
              <p:cNvSpPr/>
              <p:nvPr/>
            </p:nvSpPr>
            <p:spPr>
              <a:xfrm>
                <a:off x="5567469" y="2869314"/>
                <a:ext cx="299121" cy="299121"/>
              </a:xfrm>
              <a:custGeom>
                <a:rect b="b" l="l" r="r" t="t"/>
                <a:pathLst>
                  <a:path extrusionOk="0" h="3891" w="3891">
                    <a:moveTo>
                      <a:pt x="1946" y="0"/>
                    </a:moveTo>
                    <a:cubicBezTo>
                      <a:pt x="851" y="0"/>
                      <a:pt x="0" y="882"/>
                      <a:pt x="0" y="1946"/>
                    </a:cubicBezTo>
                    <a:cubicBezTo>
                      <a:pt x="0" y="3040"/>
                      <a:pt x="851" y="3891"/>
                      <a:pt x="1946" y="3891"/>
                    </a:cubicBezTo>
                    <a:cubicBezTo>
                      <a:pt x="3009" y="3891"/>
                      <a:pt x="3891" y="3040"/>
                      <a:pt x="3891" y="1946"/>
                    </a:cubicBezTo>
                    <a:cubicBezTo>
                      <a:pt x="3891" y="882"/>
                      <a:pt x="3009" y="0"/>
                      <a:pt x="1946"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6"/>
              <p:cNvSpPr/>
              <p:nvPr/>
            </p:nvSpPr>
            <p:spPr>
              <a:xfrm>
                <a:off x="5642192" y="2934735"/>
                <a:ext cx="147293" cy="149599"/>
              </a:xfrm>
              <a:custGeom>
                <a:rect b="b" l="l" r="r" t="t"/>
                <a:pathLst>
                  <a:path extrusionOk="0" h="1946" w="1916">
                    <a:moveTo>
                      <a:pt x="1916" y="1946"/>
                    </a:moveTo>
                    <a:cubicBezTo>
                      <a:pt x="1916" y="1520"/>
                      <a:pt x="1612" y="1064"/>
                      <a:pt x="1247" y="912"/>
                    </a:cubicBezTo>
                    <a:cubicBezTo>
                      <a:pt x="1369" y="821"/>
                      <a:pt x="1460" y="669"/>
                      <a:pt x="1460" y="487"/>
                    </a:cubicBezTo>
                    <a:cubicBezTo>
                      <a:pt x="1460" y="213"/>
                      <a:pt x="1247" y="0"/>
                      <a:pt x="974" y="0"/>
                    </a:cubicBezTo>
                    <a:cubicBezTo>
                      <a:pt x="670" y="0"/>
                      <a:pt x="457" y="213"/>
                      <a:pt x="457" y="487"/>
                    </a:cubicBezTo>
                    <a:cubicBezTo>
                      <a:pt x="457" y="669"/>
                      <a:pt x="548" y="821"/>
                      <a:pt x="700" y="912"/>
                    </a:cubicBezTo>
                    <a:cubicBezTo>
                      <a:pt x="305" y="1064"/>
                      <a:pt x="1" y="1520"/>
                      <a:pt x="1" y="1946"/>
                    </a:cubicBezTo>
                    <a:close/>
                  </a:path>
                </a:pathLst>
              </a:custGeom>
              <a:solidFill>
                <a:srgbClr val="F6F6F6"/>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6"/>
              <p:cNvSpPr/>
              <p:nvPr/>
            </p:nvSpPr>
            <p:spPr>
              <a:xfrm>
                <a:off x="5990360" y="3014147"/>
                <a:ext cx="1451169" cy="77"/>
              </a:xfrm>
              <a:custGeom>
                <a:rect b="b" l="l" r="r" t="t"/>
                <a:pathLst>
                  <a:path extrusionOk="0" fill="none" h="1" w="18877">
                    <a:moveTo>
                      <a:pt x="1" y="1"/>
                    </a:moveTo>
                    <a:lnTo>
                      <a:pt x="18877" y="1"/>
                    </a:lnTo>
                  </a:path>
                </a:pathLst>
              </a:custGeom>
              <a:no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46"/>
              <p:cNvSpPr/>
              <p:nvPr/>
            </p:nvSpPr>
            <p:spPr>
              <a:xfrm>
                <a:off x="5455308" y="3360009"/>
                <a:ext cx="2268966" cy="460404"/>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46"/>
              <p:cNvSpPr/>
              <p:nvPr/>
            </p:nvSpPr>
            <p:spPr>
              <a:xfrm>
                <a:off x="5567469" y="3446494"/>
                <a:ext cx="299121" cy="299121"/>
              </a:xfrm>
              <a:custGeom>
                <a:rect b="b" l="l" r="r" t="t"/>
                <a:pathLst>
                  <a:path extrusionOk="0" h="3891" w="3891">
                    <a:moveTo>
                      <a:pt x="1946" y="0"/>
                    </a:moveTo>
                    <a:cubicBezTo>
                      <a:pt x="851" y="0"/>
                      <a:pt x="0" y="851"/>
                      <a:pt x="0" y="1945"/>
                    </a:cubicBezTo>
                    <a:cubicBezTo>
                      <a:pt x="0" y="3009"/>
                      <a:pt x="851" y="3891"/>
                      <a:pt x="1946" y="3891"/>
                    </a:cubicBezTo>
                    <a:cubicBezTo>
                      <a:pt x="3009" y="3891"/>
                      <a:pt x="3891" y="3009"/>
                      <a:pt x="3891" y="1945"/>
                    </a:cubicBezTo>
                    <a:cubicBezTo>
                      <a:pt x="3891" y="851"/>
                      <a:pt x="3009" y="0"/>
                      <a:pt x="1946"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6"/>
              <p:cNvSpPr/>
              <p:nvPr/>
            </p:nvSpPr>
            <p:spPr>
              <a:xfrm>
                <a:off x="5642192" y="3509532"/>
                <a:ext cx="147293" cy="149676"/>
              </a:xfrm>
              <a:custGeom>
                <a:rect b="b" l="l" r="r" t="t"/>
                <a:pathLst>
                  <a:path extrusionOk="0" h="1947" w="1916">
                    <a:moveTo>
                      <a:pt x="1916" y="1946"/>
                    </a:moveTo>
                    <a:cubicBezTo>
                      <a:pt x="1916" y="1521"/>
                      <a:pt x="1612" y="1095"/>
                      <a:pt x="1247" y="943"/>
                    </a:cubicBezTo>
                    <a:cubicBezTo>
                      <a:pt x="1369" y="852"/>
                      <a:pt x="1460" y="700"/>
                      <a:pt x="1460" y="517"/>
                    </a:cubicBezTo>
                    <a:cubicBezTo>
                      <a:pt x="1460" y="214"/>
                      <a:pt x="1247" y="1"/>
                      <a:pt x="974" y="1"/>
                    </a:cubicBezTo>
                    <a:cubicBezTo>
                      <a:pt x="670" y="1"/>
                      <a:pt x="457" y="214"/>
                      <a:pt x="457" y="517"/>
                    </a:cubicBezTo>
                    <a:cubicBezTo>
                      <a:pt x="457" y="669"/>
                      <a:pt x="548" y="852"/>
                      <a:pt x="700" y="943"/>
                    </a:cubicBezTo>
                    <a:cubicBezTo>
                      <a:pt x="305" y="1095"/>
                      <a:pt x="1" y="1521"/>
                      <a:pt x="1" y="1946"/>
                    </a:cubicBezTo>
                    <a:close/>
                  </a:path>
                </a:pathLst>
              </a:custGeom>
              <a:solidFill>
                <a:srgbClr val="F6F6F6"/>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6"/>
              <p:cNvSpPr/>
              <p:nvPr/>
            </p:nvSpPr>
            <p:spPr>
              <a:xfrm>
                <a:off x="5990360" y="3589021"/>
                <a:ext cx="853005" cy="77"/>
              </a:xfrm>
              <a:custGeom>
                <a:rect b="b" l="l" r="r" t="t"/>
                <a:pathLst>
                  <a:path extrusionOk="0" fill="none" h="1" w="11096">
                    <a:moveTo>
                      <a:pt x="1" y="0"/>
                    </a:moveTo>
                    <a:lnTo>
                      <a:pt x="11095" y="0"/>
                    </a:lnTo>
                  </a:path>
                </a:pathLst>
              </a:custGeom>
              <a:no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6"/>
              <p:cNvSpPr/>
              <p:nvPr/>
            </p:nvSpPr>
            <p:spPr>
              <a:xfrm>
                <a:off x="5464610" y="1897225"/>
                <a:ext cx="58502" cy="88867"/>
              </a:xfrm>
              <a:custGeom>
                <a:rect b="b" l="l" r="r" t="t"/>
                <a:pathLst>
                  <a:path extrusionOk="0" h="1156" w="761">
                    <a:moveTo>
                      <a:pt x="396" y="1"/>
                    </a:moveTo>
                    <a:cubicBezTo>
                      <a:pt x="274" y="1"/>
                      <a:pt x="153" y="31"/>
                      <a:pt x="92" y="92"/>
                    </a:cubicBezTo>
                    <a:cubicBezTo>
                      <a:pt x="31" y="153"/>
                      <a:pt x="1" y="214"/>
                      <a:pt x="1" y="305"/>
                    </a:cubicBezTo>
                    <a:cubicBezTo>
                      <a:pt x="1" y="396"/>
                      <a:pt x="31" y="457"/>
                      <a:pt x="62" y="518"/>
                    </a:cubicBezTo>
                    <a:cubicBezTo>
                      <a:pt x="122" y="548"/>
                      <a:pt x="214" y="609"/>
                      <a:pt x="305" y="609"/>
                    </a:cubicBezTo>
                    <a:lnTo>
                      <a:pt x="396" y="639"/>
                    </a:lnTo>
                    <a:cubicBezTo>
                      <a:pt x="487" y="639"/>
                      <a:pt x="548" y="670"/>
                      <a:pt x="578" y="700"/>
                    </a:cubicBezTo>
                    <a:cubicBezTo>
                      <a:pt x="609" y="730"/>
                      <a:pt x="609" y="791"/>
                      <a:pt x="609" y="821"/>
                    </a:cubicBezTo>
                    <a:cubicBezTo>
                      <a:pt x="609" y="882"/>
                      <a:pt x="609" y="943"/>
                      <a:pt x="548" y="973"/>
                    </a:cubicBezTo>
                    <a:cubicBezTo>
                      <a:pt x="487" y="1004"/>
                      <a:pt x="426" y="1034"/>
                      <a:pt x="335" y="1034"/>
                    </a:cubicBezTo>
                    <a:cubicBezTo>
                      <a:pt x="305" y="1034"/>
                      <a:pt x="244" y="1034"/>
                      <a:pt x="183" y="1004"/>
                    </a:cubicBezTo>
                    <a:cubicBezTo>
                      <a:pt x="122" y="973"/>
                      <a:pt x="62" y="973"/>
                      <a:pt x="1" y="913"/>
                    </a:cubicBezTo>
                    <a:lnTo>
                      <a:pt x="1" y="1065"/>
                    </a:lnTo>
                    <a:cubicBezTo>
                      <a:pt x="62" y="1095"/>
                      <a:pt x="122" y="1125"/>
                      <a:pt x="183" y="1125"/>
                    </a:cubicBezTo>
                    <a:cubicBezTo>
                      <a:pt x="244" y="1156"/>
                      <a:pt x="305" y="1156"/>
                      <a:pt x="335" y="1156"/>
                    </a:cubicBezTo>
                    <a:cubicBezTo>
                      <a:pt x="487" y="1156"/>
                      <a:pt x="609" y="1125"/>
                      <a:pt x="670" y="1065"/>
                    </a:cubicBezTo>
                    <a:cubicBezTo>
                      <a:pt x="730" y="1004"/>
                      <a:pt x="761" y="943"/>
                      <a:pt x="761" y="821"/>
                    </a:cubicBezTo>
                    <a:cubicBezTo>
                      <a:pt x="761" y="730"/>
                      <a:pt x="761" y="670"/>
                      <a:pt x="700" y="609"/>
                    </a:cubicBezTo>
                    <a:cubicBezTo>
                      <a:pt x="639" y="548"/>
                      <a:pt x="548" y="518"/>
                      <a:pt x="457" y="487"/>
                    </a:cubicBezTo>
                    <a:lnTo>
                      <a:pt x="366" y="487"/>
                    </a:lnTo>
                    <a:cubicBezTo>
                      <a:pt x="274" y="457"/>
                      <a:pt x="214" y="426"/>
                      <a:pt x="183" y="426"/>
                    </a:cubicBezTo>
                    <a:cubicBezTo>
                      <a:pt x="153" y="396"/>
                      <a:pt x="153" y="366"/>
                      <a:pt x="153" y="305"/>
                    </a:cubicBezTo>
                    <a:cubicBezTo>
                      <a:pt x="153" y="244"/>
                      <a:pt x="153" y="214"/>
                      <a:pt x="214" y="183"/>
                    </a:cubicBezTo>
                    <a:cubicBezTo>
                      <a:pt x="244" y="122"/>
                      <a:pt x="305" y="122"/>
                      <a:pt x="396" y="122"/>
                    </a:cubicBezTo>
                    <a:cubicBezTo>
                      <a:pt x="457" y="122"/>
                      <a:pt x="487" y="122"/>
                      <a:pt x="548" y="153"/>
                    </a:cubicBezTo>
                    <a:cubicBezTo>
                      <a:pt x="609" y="153"/>
                      <a:pt x="639" y="183"/>
                      <a:pt x="700" y="214"/>
                    </a:cubicBezTo>
                    <a:lnTo>
                      <a:pt x="700" y="62"/>
                    </a:lnTo>
                    <a:cubicBezTo>
                      <a:pt x="639" y="31"/>
                      <a:pt x="609" y="31"/>
                      <a:pt x="548" y="1"/>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6"/>
              <p:cNvSpPr/>
              <p:nvPr/>
            </p:nvSpPr>
            <p:spPr>
              <a:xfrm>
                <a:off x="5537103" y="1918289"/>
                <a:ext cx="58502" cy="67804"/>
              </a:xfrm>
              <a:custGeom>
                <a:rect b="b" l="l" r="r" t="t"/>
                <a:pathLst>
                  <a:path extrusionOk="0" h="882" w="761">
                    <a:moveTo>
                      <a:pt x="395" y="122"/>
                    </a:moveTo>
                    <a:cubicBezTo>
                      <a:pt x="486" y="122"/>
                      <a:pt x="517" y="152"/>
                      <a:pt x="578" y="183"/>
                    </a:cubicBezTo>
                    <a:cubicBezTo>
                      <a:pt x="608" y="244"/>
                      <a:pt x="638" y="304"/>
                      <a:pt x="638" y="365"/>
                    </a:cubicBezTo>
                    <a:lnTo>
                      <a:pt x="152" y="365"/>
                    </a:lnTo>
                    <a:cubicBezTo>
                      <a:pt x="152" y="274"/>
                      <a:pt x="183" y="213"/>
                      <a:pt x="213" y="183"/>
                    </a:cubicBezTo>
                    <a:cubicBezTo>
                      <a:pt x="274" y="152"/>
                      <a:pt x="335" y="122"/>
                      <a:pt x="395" y="122"/>
                    </a:cubicBezTo>
                    <a:close/>
                    <a:moveTo>
                      <a:pt x="395" y="0"/>
                    </a:moveTo>
                    <a:cubicBezTo>
                      <a:pt x="274" y="0"/>
                      <a:pt x="183" y="31"/>
                      <a:pt x="122" y="122"/>
                    </a:cubicBezTo>
                    <a:cubicBezTo>
                      <a:pt x="31" y="213"/>
                      <a:pt x="0" y="304"/>
                      <a:pt x="0" y="456"/>
                    </a:cubicBezTo>
                    <a:cubicBezTo>
                      <a:pt x="0" y="578"/>
                      <a:pt x="31" y="669"/>
                      <a:pt x="122" y="760"/>
                    </a:cubicBezTo>
                    <a:cubicBezTo>
                      <a:pt x="183" y="851"/>
                      <a:pt x="304" y="882"/>
                      <a:pt x="426" y="882"/>
                    </a:cubicBezTo>
                    <a:cubicBezTo>
                      <a:pt x="486" y="882"/>
                      <a:pt x="547" y="882"/>
                      <a:pt x="578" y="851"/>
                    </a:cubicBezTo>
                    <a:cubicBezTo>
                      <a:pt x="638" y="851"/>
                      <a:pt x="699" y="821"/>
                      <a:pt x="730" y="821"/>
                    </a:cubicBezTo>
                    <a:lnTo>
                      <a:pt x="730" y="669"/>
                    </a:lnTo>
                    <a:cubicBezTo>
                      <a:pt x="699" y="699"/>
                      <a:pt x="638" y="730"/>
                      <a:pt x="578" y="730"/>
                    </a:cubicBezTo>
                    <a:cubicBezTo>
                      <a:pt x="547" y="760"/>
                      <a:pt x="486" y="760"/>
                      <a:pt x="426" y="760"/>
                    </a:cubicBezTo>
                    <a:cubicBezTo>
                      <a:pt x="335" y="760"/>
                      <a:pt x="274" y="730"/>
                      <a:pt x="213" y="699"/>
                    </a:cubicBezTo>
                    <a:cubicBezTo>
                      <a:pt x="183" y="639"/>
                      <a:pt x="152" y="578"/>
                      <a:pt x="152" y="456"/>
                    </a:cubicBezTo>
                    <a:lnTo>
                      <a:pt x="760" y="456"/>
                    </a:lnTo>
                    <a:lnTo>
                      <a:pt x="760" y="396"/>
                    </a:lnTo>
                    <a:cubicBezTo>
                      <a:pt x="760" y="274"/>
                      <a:pt x="730" y="183"/>
                      <a:pt x="669" y="122"/>
                    </a:cubicBezTo>
                    <a:cubicBezTo>
                      <a:pt x="608" y="31"/>
                      <a:pt x="517"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6"/>
              <p:cNvSpPr/>
              <p:nvPr/>
            </p:nvSpPr>
            <p:spPr>
              <a:xfrm>
                <a:off x="5609520" y="1894918"/>
                <a:ext cx="56119" cy="91174"/>
              </a:xfrm>
              <a:custGeom>
                <a:rect b="b" l="l" r="r" t="t"/>
                <a:pathLst>
                  <a:path extrusionOk="0" h="1186" w="730">
                    <a:moveTo>
                      <a:pt x="365" y="426"/>
                    </a:moveTo>
                    <a:cubicBezTo>
                      <a:pt x="426" y="426"/>
                      <a:pt x="487" y="456"/>
                      <a:pt x="548" y="517"/>
                    </a:cubicBezTo>
                    <a:cubicBezTo>
                      <a:pt x="578" y="578"/>
                      <a:pt x="608" y="639"/>
                      <a:pt x="608" y="730"/>
                    </a:cubicBezTo>
                    <a:cubicBezTo>
                      <a:pt x="608" y="851"/>
                      <a:pt x="578" y="912"/>
                      <a:pt x="548" y="973"/>
                    </a:cubicBezTo>
                    <a:cubicBezTo>
                      <a:pt x="487" y="1034"/>
                      <a:pt x="426" y="1064"/>
                      <a:pt x="365" y="1064"/>
                    </a:cubicBezTo>
                    <a:cubicBezTo>
                      <a:pt x="304" y="1064"/>
                      <a:pt x="244" y="1034"/>
                      <a:pt x="183" y="973"/>
                    </a:cubicBezTo>
                    <a:cubicBezTo>
                      <a:pt x="152" y="912"/>
                      <a:pt x="122" y="851"/>
                      <a:pt x="122" y="730"/>
                    </a:cubicBezTo>
                    <a:cubicBezTo>
                      <a:pt x="122" y="639"/>
                      <a:pt x="152" y="578"/>
                      <a:pt x="183" y="517"/>
                    </a:cubicBezTo>
                    <a:cubicBezTo>
                      <a:pt x="244" y="456"/>
                      <a:pt x="304" y="426"/>
                      <a:pt x="365" y="426"/>
                    </a:cubicBezTo>
                    <a:close/>
                    <a:moveTo>
                      <a:pt x="608" y="0"/>
                    </a:moveTo>
                    <a:lnTo>
                      <a:pt x="608" y="456"/>
                    </a:lnTo>
                    <a:cubicBezTo>
                      <a:pt x="578" y="396"/>
                      <a:pt x="548" y="365"/>
                      <a:pt x="487" y="335"/>
                    </a:cubicBezTo>
                    <a:cubicBezTo>
                      <a:pt x="456" y="304"/>
                      <a:pt x="396" y="304"/>
                      <a:pt x="335" y="304"/>
                    </a:cubicBezTo>
                    <a:cubicBezTo>
                      <a:pt x="244" y="304"/>
                      <a:pt x="152" y="335"/>
                      <a:pt x="92" y="426"/>
                    </a:cubicBezTo>
                    <a:cubicBezTo>
                      <a:pt x="31" y="517"/>
                      <a:pt x="0" y="608"/>
                      <a:pt x="0" y="730"/>
                    </a:cubicBezTo>
                    <a:cubicBezTo>
                      <a:pt x="0" y="882"/>
                      <a:pt x="31" y="973"/>
                      <a:pt x="92" y="1064"/>
                    </a:cubicBezTo>
                    <a:cubicBezTo>
                      <a:pt x="152" y="1125"/>
                      <a:pt x="244" y="1186"/>
                      <a:pt x="335" y="1186"/>
                    </a:cubicBezTo>
                    <a:cubicBezTo>
                      <a:pt x="396" y="1186"/>
                      <a:pt x="456" y="1155"/>
                      <a:pt x="487" y="1155"/>
                    </a:cubicBezTo>
                    <a:cubicBezTo>
                      <a:pt x="548" y="1125"/>
                      <a:pt x="578" y="1095"/>
                      <a:pt x="608" y="1034"/>
                    </a:cubicBezTo>
                    <a:lnTo>
                      <a:pt x="608" y="1155"/>
                    </a:lnTo>
                    <a:lnTo>
                      <a:pt x="730" y="1155"/>
                    </a:lnTo>
                    <a:lnTo>
                      <a:pt x="730" y="0"/>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6"/>
              <p:cNvSpPr/>
              <p:nvPr/>
            </p:nvSpPr>
            <p:spPr>
              <a:xfrm>
                <a:off x="5726370" y="1899608"/>
                <a:ext cx="70187" cy="84178"/>
              </a:xfrm>
              <a:custGeom>
                <a:rect b="b" l="l" r="r" t="t"/>
                <a:pathLst>
                  <a:path extrusionOk="0" h="1095" w="913">
                    <a:moveTo>
                      <a:pt x="304" y="122"/>
                    </a:moveTo>
                    <a:cubicBezTo>
                      <a:pt x="456" y="122"/>
                      <a:pt x="578" y="152"/>
                      <a:pt x="639" y="213"/>
                    </a:cubicBezTo>
                    <a:cubicBezTo>
                      <a:pt x="730" y="274"/>
                      <a:pt x="760" y="395"/>
                      <a:pt x="760" y="547"/>
                    </a:cubicBezTo>
                    <a:cubicBezTo>
                      <a:pt x="760" y="699"/>
                      <a:pt x="730" y="790"/>
                      <a:pt x="639" y="882"/>
                    </a:cubicBezTo>
                    <a:cubicBezTo>
                      <a:pt x="578" y="942"/>
                      <a:pt x="456" y="973"/>
                      <a:pt x="304" y="973"/>
                    </a:cubicBezTo>
                    <a:lnTo>
                      <a:pt x="122" y="973"/>
                    </a:lnTo>
                    <a:lnTo>
                      <a:pt x="122" y="122"/>
                    </a:lnTo>
                    <a:close/>
                    <a:moveTo>
                      <a:pt x="0" y="0"/>
                    </a:moveTo>
                    <a:lnTo>
                      <a:pt x="0" y="1094"/>
                    </a:lnTo>
                    <a:lnTo>
                      <a:pt x="304" y="1094"/>
                    </a:lnTo>
                    <a:cubicBezTo>
                      <a:pt x="517" y="1094"/>
                      <a:pt x="669" y="1064"/>
                      <a:pt x="760" y="973"/>
                    </a:cubicBezTo>
                    <a:cubicBezTo>
                      <a:pt x="882" y="882"/>
                      <a:pt x="912" y="730"/>
                      <a:pt x="912" y="547"/>
                    </a:cubicBezTo>
                    <a:cubicBezTo>
                      <a:pt x="912" y="365"/>
                      <a:pt x="882" y="213"/>
                      <a:pt x="760" y="122"/>
                    </a:cubicBezTo>
                    <a:cubicBezTo>
                      <a:pt x="669" y="31"/>
                      <a:pt x="517" y="0"/>
                      <a:pt x="304"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6"/>
              <p:cNvSpPr/>
              <p:nvPr/>
            </p:nvSpPr>
            <p:spPr>
              <a:xfrm>
                <a:off x="5815161" y="1894918"/>
                <a:ext cx="9379" cy="88867"/>
              </a:xfrm>
              <a:custGeom>
                <a:rect b="b" l="l" r="r" t="t"/>
                <a:pathLst>
                  <a:path extrusionOk="0" h="1156" w="122">
                    <a:moveTo>
                      <a:pt x="0" y="0"/>
                    </a:moveTo>
                    <a:lnTo>
                      <a:pt x="0" y="183"/>
                    </a:lnTo>
                    <a:lnTo>
                      <a:pt x="122" y="183"/>
                    </a:lnTo>
                    <a:lnTo>
                      <a:pt x="122" y="0"/>
                    </a:lnTo>
                    <a:close/>
                    <a:moveTo>
                      <a:pt x="0" y="335"/>
                    </a:moveTo>
                    <a:lnTo>
                      <a:pt x="0" y="1155"/>
                    </a:lnTo>
                    <a:lnTo>
                      <a:pt x="122" y="1155"/>
                    </a:lnTo>
                    <a:lnTo>
                      <a:pt x="122" y="335"/>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6"/>
              <p:cNvSpPr/>
              <p:nvPr/>
            </p:nvSpPr>
            <p:spPr>
              <a:xfrm>
                <a:off x="5843144" y="1918289"/>
                <a:ext cx="53889" cy="67804"/>
              </a:xfrm>
              <a:custGeom>
                <a:rect b="b" l="l" r="r" t="t"/>
                <a:pathLst>
                  <a:path extrusionOk="0" h="882" w="701">
                    <a:moveTo>
                      <a:pt x="579" y="426"/>
                    </a:moveTo>
                    <a:lnTo>
                      <a:pt x="579" y="456"/>
                    </a:lnTo>
                    <a:cubicBezTo>
                      <a:pt x="579" y="547"/>
                      <a:pt x="548" y="639"/>
                      <a:pt x="487" y="669"/>
                    </a:cubicBezTo>
                    <a:cubicBezTo>
                      <a:pt x="457" y="730"/>
                      <a:pt x="396" y="760"/>
                      <a:pt x="305" y="760"/>
                    </a:cubicBezTo>
                    <a:cubicBezTo>
                      <a:pt x="275" y="760"/>
                      <a:pt x="214" y="760"/>
                      <a:pt x="183" y="730"/>
                    </a:cubicBezTo>
                    <a:cubicBezTo>
                      <a:pt x="153" y="699"/>
                      <a:pt x="153" y="639"/>
                      <a:pt x="153" y="608"/>
                    </a:cubicBezTo>
                    <a:cubicBezTo>
                      <a:pt x="153" y="547"/>
                      <a:pt x="153" y="487"/>
                      <a:pt x="214" y="487"/>
                    </a:cubicBezTo>
                    <a:cubicBezTo>
                      <a:pt x="244" y="456"/>
                      <a:pt x="335" y="426"/>
                      <a:pt x="427" y="426"/>
                    </a:cubicBezTo>
                    <a:close/>
                    <a:moveTo>
                      <a:pt x="335" y="0"/>
                    </a:moveTo>
                    <a:cubicBezTo>
                      <a:pt x="305" y="0"/>
                      <a:pt x="244" y="0"/>
                      <a:pt x="214" y="31"/>
                    </a:cubicBezTo>
                    <a:cubicBezTo>
                      <a:pt x="153" y="31"/>
                      <a:pt x="123" y="31"/>
                      <a:pt x="62" y="61"/>
                    </a:cubicBezTo>
                    <a:lnTo>
                      <a:pt x="62" y="183"/>
                    </a:lnTo>
                    <a:cubicBezTo>
                      <a:pt x="92" y="152"/>
                      <a:pt x="153" y="152"/>
                      <a:pt x="183" y="122"/>
                    </a:cubicBezTo>
                    <a:lnTo>
                      <a:pt x="335" y="122"/>
                    </a:lnTo>
                    <a:cubicBezTo>
                      <a:pt x="396" y="122"/>
                      <a:pt x="457" y="122"/>
                      <a:pt x="518" y="183"/>
                    </a:cubicBezTo>
                    <a:cubicBezTo>
                      <a:pt x="548" y="213"/>
                      <a:pt x="579" y="244"/>
                      <a:pt x="579" y="304"/>
                    </a:cubicBezTo>
                    <a:lnTo>
                      <a:pt x="579" y="335"/>
                    </a:lnTo>
                    <a:lnTo>
                      <a:pt x="366" y="335"/>
                    </a:lnTo>
                    <a:cubicBezTo>
                      <a:pt x="244" y="335"/>
                      <a:pt x="153" y="365"/>
                      <a:pt x="92" y="396"/>
                    </a:cubicBezTo>
                    <a:cubicBezTo>
                      <a:pt x="31" y="456"/>
                      <a:pt x="1" y="517"/>
                      <a:pt x="1" y="608"/>
                    </a:cubicBezTo>
                    <a:cubicBezTo>
                      <a:pt x="1" y="699"/>
                      <a:pt x="31" y="760"/>
                      <a:pt x="62" y="791"/>
                    </a:cubicBezTo>
                    <a:cubicBezTo>
                      <a:pt x="123" y="851"/>
                      <a:pt x="183" y="882"/>
                      <a:pt x="275" y="882"/>
                    </a:cubicBezTo>
                    <a:cubicBezTo>
                      <a:pt x="335" y="882"/>
                      <a:pt x="396" y="851"/>
                      <a:pt x="457" y="851"/>
                    </a:cubicBezTo>
                    <a:cubicBezTo>
                      <a:pt x="487" y="821"/>
                      <a:pt x="548" y="791"/>
                      <a:pt x="579" y="730"/>
                    </a:cubicBezTo>
                    <a:lnTo>
                      <a:pt x="579" y="851"/>
                    </a:lnTo>
                    <a:lnTo>
                      <a:pt x="700" y="851"/>
                    </a:lnTo>
                    <a:lnTo>
                      <a:pt x="700" y="365"/>
                    </a:lnTo>
                    <a:cubicBezTo>
                      <a:pt x="700" y="244"/>
                      <a:pt x="670" y="152"/>
                      <a:pt x="609" y="92"/>
                    </a:cubicBezTo>
                    <a:cubicBezTo>
                      <a:pt x="548" y="31"/>
                      <a:pt x="457" y="0"/>
                      <a:pt x="33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46"/>
              <p:cNvSpPr/>
              <p:nvPr/>
            </p:nvSpPr>
            <p:spPr>
              <a:xfrm>
                <a:off x="5917943" y="1918289"/>
                <a:ext cx="93557" cy="65497"/>
              </a:xfrm>
              <a:custGeom>
                <a:rect b="b" l="l" r="r" t="t"/>
                <a:pathLst>
                  <a:path extrusionOk="0" h="852" w="1217">
                    <a:moveTo>
                      <a:pt x="396" y="0"/>
                    </a:moveTo>
                    <a:cubicBezTo>
                      <a:pt x="365" y="0"/>
                      <a:pt x="305" y="0"/>
                      <a:pt x="244" y="31"/>
                    </a:cubicBezTo>
                    <a:cubicBezTo>
                      <a:pt x="213" y="61"/>
                      <a:pt x="183" y="92"/>
                      <a:pt x="153" y="152"/>
                    </a:cubicBezTo>
                    <a:lnTo>
                      <a:pt x="153" y="31"/>
                    </a:lnTo>
                    <a:lnTo>
                      <a:pt x="1" y="31"/>
                    </a:lnTo>
                    <a:lnTo>
                      <a:pt x="1" y="851"/>
                    </a:lnTo>
                    <a:lnTo>
                      <a:pt x="153" y="851"/>
                    </a:lnTo>
                    <a:lnTo>
                      <a:pt x="153" y="396"/>
                    </a:lnTo>
                    <a:cubicBezTo>
                      <a:pt x="153" y="304"/>
                      <a:pt x="153" y="244"/>
                      <a:pt x="213" y="183"/>
                    </a:cubicBezTo>
                    <a:cubicBezTo>
                      <a:pt x="244" y="152"/>
                      <a:pt x="305" y="122"/>
                      <a:pt x="365" y="122"/>
                    </a:cubicBezTo>
                    <a:cubicBezTo>
                      <a:pt x="426" y="122"/>
                      <a:pt x="487" y="152"/>
                      <a:pt x="517" y="183"/>
                    </a:cubicBezTo>
                    <a:cubicBezTo>
                      <a:pt x="517" y="213"/>
                      <a:pt x="548" y="274"/>
                      <a:pt x="548" y="365"/>
                    </a:cubicBezTo>
                    <a:lnTo>
                      <a:pt x="548" y="851"/>
                    </a:lnTo>
                    <a:lnTo>
                      <a:pt x="669" y="851"/>
                    </a:lnTo>
                    <a:lnTo>
                      <a:pt x="669" y="396"/>
                    </a:lnTo>
                    <a:cubicBezTo>
                      <a:pt x="669" y="304"/>
                      <a:pt x="700" y="244"/>
                      <a:pt x="730" y="183"/>
                    </a:cubicBezTo>
                    <a:cubicBezTo>
                      <a:pt x="791" y="152"/>
                      <a:pt x="852" y="122"/>
                      <a:pt x="913" y="122"/>
                    </a:cubicBezTo>
                    <a:cubicBezTo>
                      <a:pt x="973" y="122"/>
                      <a:pt x="1004" y="152"/>
                      <a:pt x="1034" y="183"/>
                    </a:cubicBezTo>
                    <a:cubicBezTo>
                      <a:pt x="1065" y="213"/>
                      <a:pt x="1095" y="274"/>
                      <a:pt x="1095" y="365"/>
                    </a:cubicBezTo>
                    <a:lnTo>
                      <a:pt x="1095" y="851"/>
                    </a:lnTo>
                    <a:lnTo>
                      <a:pt x="1216" y="851"/>
                    </a:lnTo>
                    <a:lnTo>
                      <a:pt x="1216" y="365"/>
                    </a:lnTo>
                    <a:cubicBezTo>
                      <a:pt x="1216" y="244"/>
                      <a:pt x="1186" y="152"/>
                      <a:pt x="1156" y="92"/>
                    </a:cubicBezTo>
                    <a:cubicBezTo>
                      <a:pt x="1095" y="31"/>
                      <a:pt x="1034" y="0"/>
                      <a:pt x="943" y="0"/>
                    </a:cubicBezTo>
                    <a:cubicBezTo>
                      <a:pt x="882" y="0"/>
                      <a:pt x="821" y="31"/>
                      <a:pt x="791" y="61"/>
                    </a:cubicBezTo>
                    <a:cubicBezTo>
                      <a:pt x="730" y="61"/>
                      <a:pt x="700" y="122"/>
                      <a:pt x="669" y="183"/>
                    </a:cubicBezTo>
                    <a:cubicBezTo>
                      <a:pt x="639" y="122"/>
                      <a:pt x="609" y="92"/>
                      <a:pt x="578" y="61"/>
                    </a:cubicBezTo>
                    <a:cubicBezTo>
                      <a:pt x="517" y="31"/>
                      <a:pt x="457" y="0"/>
                      <a:pt x="396"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6"/>
              <p:cNvSpPr/>
              <p:nvPr/>
            </p:nvSpPr>
            <p:spPr>
              <a:xfrm>
                <a:off x="6069849" y="1899608"/>
                <a:ext cx="65497" cy="84178"/>
              </a:xfrm>
              <a:custGeom>
                <a:rect b="b" l="l" r="r" t="t"/>
                <a:pathLst>
                  <a:path extrusionOk="0" h="1095" w="852">
                    <a:moveTo>
                      <a:pt x="0" y="0"/>
                    </a:moveTo>
                    <a:lnTo>
                      <a:pt x="0" y="1094"/>
                    </a:lnTo>
                    <a:lnTo>
                      <a:pt x="152" y="1094"/>
                    </a:lnTo>
                    <a:lnTo>
                      <a:pt x="152" y="183"/>
                    </a:lnTo>
                    <a:lnTo>
                      <a:pt x="639" y="1094"/>
                    </a:lnTo>
                    <a:lnTo>
                      <a:pt x="851" y="1094"/>
                    </a:lnTo>
                    <a:lnTo>
                      <a:pt x="851" y="0"/>
                    </a:lnTo>
                    <a:lnTo>
                      <a:pt x="699" y="0"/>
                    </a:lnTo>
                    <a:lnTo>
                      <a:pt x="699" y="912"/>
                    </a:lnTo>
                    <a:lnTo>
                      <a:pt x="213" y="0"/>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6"/>
              <p:cNvSpPr/>
              <p:nvPr/>
            </p:nvSpPr>
            <p:spPr>
              <a:xfrm>
                <a:off x="6151644" y="1918289"/>
                <a:ext cx="60808" cy="67804"/>
              </a:xfrm>
              <a:custGeom>
                <a:rect b="b" l="l" r="r" t="t"/>
                <a:pathLst>
                  <a:path extrusionOk="0" h="882" w="791">
                    <a:moveTo>
                      <a:pt x="395" y="122"/>
                    </a:moveTo>
                    <a:cubicBezTo>
                      <a:pt x="456" y="122"/>
                      <a:pt x="517" y="152"/>
                      <a:pt x="578" y="213"/>
                    </a:cubicBezTo>
                    <a:cubicBezTo>
                      <a:pt x="608" y="274"/>
                      <a:pt x="639" y="335"/>
                      <a:pt x="639" y="426"/>
                    </a:cubicBezTo>
                    <a:cubicBezTo>
                      <a:pt x="639" y="547"/>
                      <a:pt x="608" y="608"/>
                      <a:pt x="578" y="669"/>
                    </a:cubicBezTo>
                    <a:cubicBezTo>
                      <a:pt x="517" y="730"/>
                      <a:pt x="456" y="760"/>
                      <a:pt x="395" y="760"/>
                    </a:cubicBezTo>
                    <a:cubicBezTo>
                      <a:pt x="335" y="760"/>
                      <a:pt x="274" y="730"/>
                      <a:pt x="213" y="669"/>
                    </a:cubicBezTo>
                    <a:cubicBezTo>
                      <a:pt x="183" y="608"/>
                      <a:pt x="152" y="547"/>
                      <a:pt x="152" y="426"/>
                    </a:cubicBezTo>
                    <a:cubicBezTo>
                      <a:pt x="152" y="335"/>
                      <a:pt x="183" y="274"/>
                      <a:pt x="213" y="213"/>
                    </a:cubicBezTo>
                    <a:cubicBezTo>
                      <a:pt x="274" y="152"/>
                      <a:pt x="335" y="122"/>
                      <a:pt x="395" y="122"/>
                    </a:cubicBezTo>
                    <a:close/>
                    <a:moveTo>
                      <a:pt x="395" y="0"/>
                    </a:moveTo>
                    <a:cubicBezTo>
                      <a:pt x="274" y="0"/>
                      <a:pt x="183" y="31"/>
                      <a:pt x="122" y="122"/>
                    </a:cubicBezTo>
                    <a:cubicBezTo>
                      <a:pt x="61" y="183"/>
                      <a:pt x="0" y="304"/>
                      <a:pt x="0" y="426"/>
                    </a:cubicBezTo>
                    <a:cubicBezTo>
                      <a:pt x="0" y="578"/>
                      <a:pt x="61" y="669"/>
                      <a:pt x="122" y="760"/>
                    </a:cubicBezTo>
                    <a:cubicBezTo>
                      <a:pt x="183" y="851"/>
                      <a:pt x="274" y="882"/>
                      <a:pt x="395" y="882"/>
                    </a:cubicBezTo>
                    <a:cubicBezTo>
                      <a:pt x="517" y="882"/>
                      <a:pt x="608" y="851"/>
                      <a:pt x="669" y="760"/>
                    </a:cubicBezTo>
                    <a:cubicBezTo>
                      <a:pt x="730" y="669"/>
                      <a:pt x="791" y="578"/>
                      <a:pt x="791" y="426"/>
                    </a:cubicBezTo>
                    <a:cubicBezTo>
                      <a:pt x="791" y="304"/>
                      <a:pt x="730" y="183"/>
                      <a:pt x="669" y="122"/>
                    </a:cubicBezTo>
                    <a:cubicBezTo>
                      <a:pt x="608" y="31"/>
                      <a:pt x="517"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6"/>
              <p:cNvSpPr/>
              <p:nvPr/>
            </p:nvSpPr>
            <p:spPr>
              <a:xfrm>
                <a:off x="6228750" y="1918289"/>
                <a:ext cx="53813" cy="65497"/>
              </a:xfrm>
              <a:custGeom>
                <a:rect b="b" l="l" r="r" t="t"/>
                <a:pathLst>
                  <a:path extrusionOk="0" h="852" w="700">
                    <a:moveTo>
                      <a:pt x="395" y="0"/>
                    </a:moveTo>
                    <a:cubicBezTo>
                      <a:pt x="335" y="0"/>
                      <a:pt x="304" y="0"/>
                      <a:pt x="243" y="31"/>
                    </a:cubicBezTo>
                    <a:cubicBezTo>
                      <a:pt x="213" y="61"/>
                      <a:pt x="152" y="92"/>
                      <a:pt x="122" y="152"/>
                    </a:cubicBezTo>
                    <a:lnTo>
                      <a:pt x="122" y="31"/>
                    </a:lnTo>
                    <a:lnTo>
                      <a:pt x="0" y="31"/>
                    </a:lnTo>
                    <a:lnTo>
                      <a:pt x="0" y="851"/>
                    </a:lnTo>
                    <a:lnTo>
                      <a:pt x="122" y="851"/>
                    </a:lnTo>
                    <a:lnTo>
                      <a:pt x="122" y="396"/>
                    </a:lnTo>
                    <a:cubicBezTo>
                      <a:pt x="122" y="304"/>
                      <a:pt x="152" y="244"/>
                      <a:pt x="183" y="183"/>
                    </a:cubicBezTo>
                    <a:cubicBezTo>
                      <a:pt x="243" y="152"/>
                      <a:pt x="304" y="122"/>
                      <a:pt x="365" y="122"/>
                    </a:cubicBezTo>
                    <a:cubicBezTo>
                      <a:pt x="426" y="122"/>
                      <a:pt x="487" y="152"/>
                      <a:pt x="517" y="183"/>
                    </a:cubicBezTo>
                    <a:cubicBezTo>
                      <a:pt x="547" y="213"/>
                      <a:pt x="547" y="274"/>
                      <a:pt x="547" y="365"/>
                    </a:cubicBezTo>
                    <a:lnTo>
                      <a:pt x="547" y="851"/>
                    </a:lnTo>
                    <a:lnTo>
                      <a:pt x="699" y="851"/>
                    </a:lnTo>
                    <a:lnTo>
                      <a:pt x="699" y="365"/>
                    </a:lnTo>
                    <a:cubicBezTo>
                      <a:pt x="699" y="244"/>
                      <a:pt x="669" y="152"/>
                      <a:pt x="608" y="92"/>
                    </a:cubicBezTo>
                    <a:cubicBezTo>
                      <a:pt x="578" y="31"/>
                      <a:pt x="487"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6"/>
              <p:cNvSpPr/>
              <p:nvPr/>
            </p:nvSpPr>
            <p:spPr>
              <a:xfrm>
                <a:off x="6301167" y="1920595"/>
                <a:ext cx="53813" cy="65497"/>
              </a:xfrm>
              <a:custGeom>
                <a:rect b="b" l="l" r="r" t="t"/>
                <a:pathLst>
                  <a:path extrusionOk="0" h="852" w="700">
                    <a:moveTo>
                      <a:pt x="1" y="1"/>
                    </a:moveTo>
                    <a:lnTo>
                      <a:pt x="1" y="487"/>
                    </a:lnTo>
                    <a:cubicBezTo>
                      <a:pt x="1" y="609"/>
                      <a:pt x="31" y="700"/>
                      <a:pt x="92" y="761"/>
                    </a:cubicBezTo>
                    <a:cubicBezTo>
                      <a:pt x="122" y="821"/>
                      <a:pt x="213" y="852"/>
                      <a:pt x="305" y="852"/>
                    </a:cubicBezTo>
                    <a:cubicBezTo>
                      <a:pt x="365" y="852"/>
                      <a:pt x="396" y="821"/>
                      <a:pt x="456" y="821"/>
                    </a:cubicBezTo>
                    <a:cubicBezTo>
                      <a:pt x="487" y="791"/>
                      <a:pt x="517" y="761"/>
                      <a:pt x="578" y="700"/>
                    </a:cubicBezTo>
                    <a:lnTo>
                      <a:pt x="578" y="821"/>
                    </a:lnTo>
                    <a:lnTo>
                      <a:pt x="700" y="821"/>
                    </a:lnTo>
                    <a:lnTo>
                      <a:pt x="700" y="1"/>
                    </a:lnTo>
                    <a:lnTo>
                      <a:pt x="578" y="1"/>
                    </a:lnTo>
                    <a:lnTo>
                      <a:pt x="578" y="457"/>
                    </a:lnTo>
                    <a:cubicBezTo>
                      <a:pt x="578" y="548"/>
                      <a:pt x="548" y="609"/>
                      <a:pt x="487" y="669"/>
                    </a:cubicBezTo>
                    <a:cubicBezTo>
                      <a:pt x="456" y="700"/>
                      <a:pt x="396" y="730"/>
                      <a:pt x="335" y="730"/>
                    </a:cubicBezTo>
                    <a:cubicBezTo>
                      <a:pt x="274" y="730"/>
                      <a:pt x="213" y="700"/>
                      <a:pt x="183" y="669"/>
                    </a:cubicBezTo>
                    <a:cubicBezTo>
                      <a:pt x="153" y="639"/>
                      <a:pt x="153" y="578"/>
                      <a:pt x="153" y="487"/>
                    </a:cubicBezTo>
                    <a:lnTo>
                      <a:pt x="153" y="1"/>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6"/>
              <p:cNvSpPr/>
              <p:nvPr/>
            </p:nvSpPr>
            <p:spPr>
              <a:xfrm>
                <a:off x="6375966" y="1918289"/>
                <a:ext cx="93557" cy="65497"/>
              </a:xfrm>
              <a:custGeom>
                <a:rect b="b" l="l" r="r" t="t"/>
                <a:pathLst>
                  <a:path extrusionOk="0" h="852" w="1217">
                    <a:moveTo>
                      <a:pt x="395" y="0"/>
                    </a:moveTo>
                    <a:cubicBezTo>
                      <a:pt x="365" y="0"/>
                      <a:pt x="304" y="0"/>
                      <a:pt x="243" y="31"/>
                    </a:cubicBezTo>
                    <a:cubicBezTo>
                      <a:pt x="213" y="61"/>
                      <a:pt x="183" y="92"/>
                      <a:pt x="152" y="152"/>
                    </a:cubicBezTo>
                    <a:lnTo>
                      <a:pt x="152" y="31"/>
                    </a:lnTo>
                    <a:lnTo>
                      <a:pt x="0" y="31"/>
                    </a:lnTo>
                    <a:lnTo>
                      <a:pt x="0" y="851"/>
                    </a:lnTo>
                    <a:lnTo>
                      <a:pt x="152" y="851"/>
                    </a:lnTo>
                    <a:lnTo>
                      <a:pt x="152" y="396"/>
                    </a:lnTo>
                    <a:cubicBezTo>
                      <a:pt x="152" y="304"/>
                      <a:pt x="152" y="244"/>
                      <a:pt x="213" y="183"/>
                    </a:cubicBezTo>
                    <a:cubicBezTo>
                      <a:pt x="243" y="152"/>
                      <a:pt x="304" y="122"/>
                      <a:pt x="365" y="122"/>
                    </a:cubicBezTo>
                    <a:cubicBezTo>
                      <a:pt x="426" y="122"/>
                      <a:pt x="487" y="152"/>
                      <a:pt x="487" y="183"/>
                    </a:cubicBezTo>
                    <a:cubicBezTo>
                      <a:pt x="517" y="213"/>
                      <a:pt x="547" y="274"/>
                      <a:pt x="547" y="365"/>
                    </a:cubicBezTo>
                    <a:lnTo>
                      <a:pt x="547" y="851"/>
                    </a:lnTo>
                    <a:lnTo>
                      <a:pt x="669" y="851"/>
                    </a:lnTo>
                    <a:lnTo>
                      <a:pt x="669" y="396"/>
                    </a:lnTo>
                    <a:cubicBezTo>
                      <a:pt x="669" y="304"/>
                      <a:pt x="699" y="244"/>
                      <a:pt x="730" y="183"/>
                    </a:cubicBezTo>
                    <a:cubicBezTo>
                      <a:pt x="791" y="152"/>
                      <a:pt x="851" y="122"/>
                      <a:pt x="912" y="122"/>
                    </a:cubicBezTo>
                    <a:cubicBezTo>
                      <a:pt x="973" y="122"/>
                      <a:pt x="1003" y="152"/>
                      <a:pt x="1034" y="183"/>
                    </a:cubicBezTo>
                    <a:cubicBezTo>
                      <a:pt x="1064" y="213"/>
                      <a:pt x="1094" y="274"/>
                      <a:pt x="1094" y="365"/>
                    </a:cubicBezTo>
                    <a:lnTo>
                      <a:pt x="1094" y="851"/>
                    </a:lnTo>
                    <a:lnTo>
                      <a:pt x="1216" y="851"/>
                    </a:lnTo>
                    <a:lnTo>
                      <a:pt x="1216" y="365"/>
                    </a:lnTo>
                    <a:cubicBezTo>
                      <a:pt x="1216" y="244"/>
                      <a:pt x="1186" y="152"/>
                      <a:pt x="1155" y="92"/>
                    </a:cubicBezTo>
                    <a:cubicBezTo>
                      <a:pt x="1094" y="31"/>
                      <a:pt x="1034" y="0"/>
                      <a:pt x="942" y="0"/>
                    </a:cubicBezTo>
                    <a:cubicBezTo>
                      <a:pt x="882" y="0"/>
                      <a:pt x="821" y="31"/>
                      <a:pt x="791" y="61"/>
                    </a:cubicBezTo>
                    <a:cubicBezTo>
                      <a:pt x="730" y="61"/>
                      <a:pt x="699" y="122"/>
                      <a:pt x="669" y="183"/>
                    </a:cubicBezTo>
                    <a:cubicBezTo>
                      <a:pt x="639" y="122"/>
                      <a:pt x="608" y="92"/>
                      <a:pt x="578" y="61"/>
                    </a:cubicBezTo>
                    <a:cubicBezTo>
                      <a:pt x="517" y="31"/>
                      <a:pt x="456"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6"/>
              <p:cNvSpPr/>
              <p:nvPr/>
            </p:nvSpPr>
            <p:spPr>
              <a:xfrm>
                <a:off x="6490434" y="1918289"/>
                <a:ext cx="93557" cy="65497"/>
              </a:xfrm>
              <a:custGeom>
                <a:rect b="b" l="l" r="r" t="t"/>
                <a:pathLst>
                  <a:path extrusionOk="0" h="852" w="1217">
                    <a:moveTo>
                      <a:pt x="396" y="0"/>
                    </a:moveTo>
                    <a:cubicBezTo>
                      <a:pt x="335" y="0"/>
                      <a:pt x="305" y="0"/>
                      <a:pt x="244" y="31"/>
                    </a:cubicBezTo>
                    <a:cubicBezTo>
                      <a:pt x="213" y="61"/>
                      <a:pt x="153" y="92"/>
                      <a:pt x="122" y="152"/>
                    </a:cubicBezTo>
                    <a:lnTo>
                      <a:pt x="122" y="31"/>
                    </a:lnTo>
                    <a:lnTo>
                      <a:pt x="1" y="31"/>
                    </a:lnTo>
                    <a:lnTo>
                      <a:pt x="1" y="851"/>
                    </a:lnTo>
                    <a:lnTo>
                      <a:pt x="122" y="851"/>
                    </a:lnTo>
                    <a:lnTo>
                      <a:pt x="122" y="396"/>
                    </a:lnTo>
                    <a:cubicBezTo>
                      <a:pt x="122" y="304"/>
                      <a:pt x="153" y="244"/>
                      <a:pt x="183" y="183"/>
                    </a:cubicBezTo>
                    <a:cubicBezTo>
                      <a:pt x="244" y="152"/>
                      <a:pt x="305" y="122"/>
                      <a:pt x="365" y="122"/>
                    </a:cubicBezTo>
                    <a:cubicBezTo>
                      <a:pt x="426" y="122"/>
                      <a:pt x="457" y="152"/>
                      <a:pt x="487" y="183"/>
                    </a:cubicBezTo>
                    <a:cubicBezTo>
                      <a:pt x="517" y="213"/>
                      <a:pt x="548" y="274"/>
                      <a:pt x="548" y="365"/>
                    </a:cubicBezTo>
                    <a:lnTo>
                      <a:pt x="548" y="851"/>
                    </a:lnTo>
                    <a:lnTo>
                      <a:pt x="669" y="851"/>
                    </a:lnTo>
                    <a:lnTo>
                      <a:pt x="669" y="396"/>
                    </a:lnTo>
                    <a:cubicBezTo>
                      <a:pt x="669" y="304"/>
                      <a:pt x="700" y="244"/>
                      <a:pt x="730" y="183"/>
                    </a:cubicBezTo>
                    <a:cubicBezTo>
                      <a:pt x="761" y="152"/>
                      <a:pt x="821" y="122"/>
                      <a:pt x="912" y="122"/>
                    </a:cubicBezTo>
                    <a:cubicBezTo>
                      <a:pt x="973" y="122"/>
                      <a:pt x="1004" y="152"/>
                      <a:pt x="1034" y="183"/>
                    </a:cubicBezTo>
                    <a:cubicBezTo>
                      <a:pt x="1064" y="213"/>
                      <a:pt x="1064" y="274"/>
                      <a:pt x="1064" y="365"/>
                    </a:cubicBezTo>
                    <a:lnTo>
                      <a:pt x="1064" y="851"/>
                    </a:lnTo>
                    <a:lnTo>
                      <a:pt x="1216" y="851"/>
                    </a:lnTo>
                    <a:lnTo>
                      <a:pt x="1216" y="365"/>
                    </a:lnTo>
                    <a:cubicBezTo>
                      <a:pt x="1216" y="244"/>
                      <a:pt x="1186" y="152"/>
                      <a:pt x="1125" y="92"/>
                    </a:cubicBezTo>
                    <a:cubicBezTo>
                      <a:pt x="1095" y="31"/>
                      <a:pt x="1034" y="0"/>
                      <a:pt x="943" y="0"/>
                    </a:cubicBezTo>
                    <a:cubicBezTo>
                      <a:pt x="882" y="0"/>
                      <a:pt x="821" y="31"/>
                      <a:pt x="761" y="61"/>
                    </a:cubicBezTo>
                    <a:cubicBezTo>
                      <a:pt x="730" y="61"/>
                      <a:pt x="669" y="122"/>
                      <a:pt x="639" y="183"/>
                    </a:cubicBezTo>
                    <a:cubicBezTo>
                      <a:pt x="639" y="122"/>
                      <a:pt x="609" y="92"/>
                      <a:pt x="548" y="61"/>
                    </a:cubicBezTo>
                    <a:cubicBezTo>
                      <a:pt x="517" y="31"/>
                      <a:pt x="457" y="0"/>
                      <a:pt x="396"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6"/>
              <p:cNvSpPr/>
              <p:nvPr/>
            </p:nvSpPr>
            <p:spPr>
              <a:xfrm>
                <a:off x="6597905" y="1920595"/>
                <a:ext cx="60885" cy="86561"/>
              </a:xfrm>
              <a:custGeom>
                <a:rect b="b" l="l" r="r" t="t"/>
                <a:pathLst>
                  <a:path extrusionOk="0" h="1126" w="792">
                    <a:moveTo>
                      <a:pt x="1" y="1"/>
                    </a:moveTo>
                    <a:lnTo>
                      <a:pt x="335" y="821"/>
                    </a:lnTo>
                    <a:lnTo>
                      <a:pt x="305" y="882"/>
                    </a:lnTo>
                    <a:cubicBezTo>
                      <a:pt x="274" y="943"/>
                      <a:pt x="244" y="973"/>
                      <a:pt x="244" y="1004"/>
                    </a:cubicBezTo>
                    <a:cubicBezTo>
                      <a:pt x="214" y="1004"/>
                      <a:pt x="183" y="1034"/>
                      <a:pt x="153" y="1034"/>
                    </a:cubicBezTo>
                    <a:lnTo>
                      <a:pt x="62" y="1034"/>
                    </a:lnTo>
                    <a:lnTo>
                      <a:pt x="62" y="1125"/>
                    </a:lnTo>
                    <a:lnTo>
                      <a:pt x="183" y="1125"/>
                    </a:lnTo>
                    <a:cubicBezTo>
                      <a:pt x="244" y="1125"/>
                      <a:pt x="274" y="1125"/>
                      <a:pt x="305" y="1095"/>
                    </a:cubicBezTo>
                    <a:cubicBezTo>
                      <a:pt x="366" y="1065"/>
                      <a:pt x="396" y="1004"/>
                      <a:pt x="426" y="913"/>
                    </a:cubicBezTo>
                    <a:lnTo>
                      <a:pt x="791" y="1"/>
                    </a:lnTo>
                    <a:lnTo>
                      <a:pt x="639" y="1"/>
                    </a:lnTo>
                    <a:lnTo>
                      <a:pt x="396" y="639"/>
                    </a:lnTo>
                    <a:lnTo>
                      <a:pt x="122" y="1"/>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6"/>
              <p:cNvSpPr/>
              <p:nvPr/>
            </p:nvSpPr>
            <p:spPr>
              <a:xfrm>
                <a:off x="5282416" y="1254625"/>
                <a:ext cx="2600758" cy="2818084"/>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gradFill>
                <a:gsLst>
                  <a:gs pos="0">
                    <a:schemeClr val="accent4"/>
                  </a:gs>
                  <a:gs pos="100000">
                    <a:schemeClr val="accent3"/>
                  </a:gs>
                </a:gsLst>
                <a:lin ang="10800025" scaled="0"/>
              </a:gra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6"/>
              <p:cNvSpPr/>
              <p:nvPr/>
            </p:nvSpPr>
            <p:spPr>
              <a:xfrm>
                <a:off x="5282416" y="1714878"/>
                <a:ext cx="2591379" cy="77"/>
              </a:xfrm>
              <a:custGeom>
                <a:rect b="b" l="l" r="r" t="t"/>
                <a:pathLst>
                  <a:path extrusionOk="0" fill="none" h="1" w="33709">
                    <a:moveTo>
                      <a:pt x="0" y="1"/>
                    </a:moveTo>
                    <a:lnTo>
                      <a:pt x="33709"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6"/>
              <p:cNvSpPr/>
              <p:nvPr/>
            </p:nvSpPr>
            <p:spPr>
              <a:xfrm>
                <a:off x="5457614" y="1425135"/>
                <a:ext cx="105242" cy="105242"/>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6"/>
              <p:cNvSpPr/>
              <p:nvPr/>
            </p:nvSpPr>
            <p:spPr>
              <a:xfrm>
                <a:off x="5660949" y="1425135"/>
                <a:ext cx="107548" cy="105242"/>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6"/>
              <p:cNvSpPr/>
              <p:nvPr/>
            </p:nvSpPr>
            <p:spPr>
              <a:xfrm>
                <a:off x="5866514" y="1425135"/>
                <a:ext cx="107625" cy="105242"/>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6"/>
              <p:cNvSpPr/>
              <p:nvPr/>
            </p:nvSpPr>
            <p:spPr>
              <a:xfrm>
                <a:off x="5455308" y="2207957"/>
                <a:ext cx="2268966" cy="460404"/>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6"/>
              <p:cNvSpPr/>
              <p:nvPr/>
            </p:nvSpPr>
            <p:spPr>
              <a:xfrm>
                <a:off x="5567469" y="2294442"/>
                <a:ext cx="299121" cy="299121"/>
              </a:xfrm>
              <a:custGeom>
                <a:rect b="b" l="l" r="r" t="t"/>
                <a:pathLst>
                  <a:path extrusionOk="0" h="3891" w="3891">
                    <a:moveTo>
                      <a:pt x="1946" y="0"/>
                    </a:moveTo>
                    <a:cubicBezTo>
                      <a:pt x="851" y="0"/>
                      <a:pt x="0" y="882"/>
                      <a:pt x="0" y="1945"/>
                    </a:cubicBezTo>
                    <a:cubicBezTo>
                      <a:pt x="0" y="3009"/>
                      <a:pt x="851" y="3891"/>
                      <a:pt x="1946" y="3891"/>
                    </a:cubicBezTo>
                    <a:cubicBezTo>
                      <a:pt x="3009" y="3891"/>
                      <a:pt x="3891" y="3009"/>
                      <a:pt x="3891" y="1945"/>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6"/>
              <p:cNvSpPr/>
              <p:nvPr/>
            </p:nvSpPr>
            <p:spPr>
              <a:xfrm>
                <a:off x="5642192" y="2357479"/>
                <a:ext cx="147293" cy="151982"/>
              </a:xfrm>
              <a:custGeom>
                <a:rect b="b" l="l" r="r" t="t"/>
                <a:pathLst>
                  <a:path extrusionOk="0" h="1977" w="1916">
                    <a:moveTo>
                      <a:pt x="1916" y="1976"/>
                    </a:moveTo>
                    <a:cubicBezTo>
                      <a:pt x="1916" y="1521"/>
                      <a:pt x="1612" y="1095"/>
                      <a:pt x="1247" y="943"/>
                    </a:cubicBezTo>
                    <a:cubicBezTo>
                      <a:pt x="1369" y="852"/>
                      <a:pt x="1460" y="700"/>
                      <a:pt x="1460" y="517"/>
                    </a:cubicBezTo>
                    <a:cubicBezTo>
                      <a:pt x="1460" y="244"/>
                      <a:pt x="1247" y="1"/>
                      <a:pt x="974" y="1"/>
                    </a:cubicBezTo>
                    <a:cubicBezTo>
                      <a:pt x="670" y="1"/>
                      <a:pt x="457" y="244"/>
                      <a:pt x="457" y="517"/>
                    </a:cubicBezTo>
                    <a:cubicBezTo>
                      <a:pt x="457" y="700"/>
                      <a:pt x="548" y="852"/>
                      <a:pt x="700" y="943"/>
                    </a:cubicBezTo>
                    <a:cubicBezTo>
                      <a:pt x="305" y="1095"/>
                      <a:pt x="1" y="1521"/>
                      <a:pt x="1" y="197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6"/>
              <p:cNvSpPr/>
              <p:nvPr/>
            </p:nvSpPr>
            <p:spPr>
              <a:xfrm>
                <a:off x="5990360" y="2439275"/>
                <a:ext cx="1198789" cy="77"/>
              </a:xfrm>
              <a:custGeom>
                <a:rect b="b" l="l" r="r" t="t"/>
                <a:pathLst>
                  <a:path extrusionOk="0" fill="none" h="1" w="15594">
                    <a:moveTo>
                      <a:pt x="1" y="1"/>
                    </a:moveTo>
                    <a:lnTo>
                      <a:pt x="15594"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6"/>
              <p:cNvSpPr/>
              <p:nvPr/>
            </p:nvSpPr>
            <p:spPr>
              <a:xfrm>
                <a:off x="5455308" y="2785137"/>
                <a:ext cx="2268966" cy="458021"/>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6"/>
              <p:cNvSpPr/>
              <p:nvPr/>
            </p:nvSpPr>
            <p:spPr>
              <a:xfrm>
                <a:off x="5567469" y="2869239"/>
                <a:ext cx="299121" cy="299121"/>
              </a:xfrm>
              <a:custGeom>
                <a:rect b="b" l="l" r="r" t="t"/>
                <a:pathLst>
                  <a:path extrusionOk="0" h="3891" w="3891">
                    <a:moveTo>
                      <a:pt x="1946" y="0"/>
                    </a:moveTo>
                    <a:cubicBezTo>
                      <a:pt x="851" y="0"/>
                      <a:pt x="0" y="882"/>
                      <a:pt x="0" y="1946"/>
                    </a:cubicBezTo>
                    <a:cubicBezTo>
                      <a:pt x="0" y="3040"/>
                      <a:pt x="851" y="3891"/>
                      <a:pt x="1946" y="3891"/>
                    </a:cubicBezTo>
                    <a:cubicBezTo>
                      <a:pt x="3009" y="3891"/>
                      <a:pt x="3891" y="3040"/>
                      <a:pt x="3891" y="1946"/>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6"/>
              <p:cNvSpPr/>
              <p:nvPr/>
            </p:nvSpPr>
            <p:spPr>
              <a:xfrm>
                <a:off x="5642192" y="2934660"/>
                <a:ext cx="147293" cy="149599"/>
              </a:xfrm>
              <a:custGeom>
                <a:rect b="b" l="l" r="r" t="t"/>
                <a:pathLst>
                  <a:path extrusionOk="0" h="1946" w="1916">
                    <a:moveTo>
                      <a:pt x="1916" y="1946"/>
                    </a:moveTo>
                    <a:cubicBezTo>
                      <a:pt x="1916" y="1520"/>
                      <a:pt x="1612" y="1064"/>
                      <a:pt x="1247" y="912"/>
                    </a:cubicBezTo>
                    <a:cubicBezTo>
                      <a:pt x="1369" y="821"/>
                      <a:pt x="1460" y="669"/>
                      <a:pt x="1460" y="487"/>
                    </a:cubicBezTo>
                    <a:cubicBezTo>
                      <a:pt x="1460" y="213"/>
                      <a:pt x="1247" y="0"/>
                      <a:pt x="974" y="0"/>
                    </a:cubicBezTo>
                    <a:cubicBezTo>
                      <a:pt x="670" y="0"/>
                      <a:pt x="457" y="213"/>
                      <a:pt x="457" y="487"/>
                    </a:cubicBezTo>
                    <a:cubicBezTo>
                      <a:pt x="457" y="669"/>
                      <a:pt x="548" y="821"/>
                      <a:pt x="700" y="912"/>
                    </a:cubicBezTo>
                    <a:cubicBezTo>
                      <a:pt x="305" y="1064"/>
                      <a:pt x="1" y="1520"/>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6"/>
              <p:cNvSpPr/>
              <p:nvPr/>
            </p:nvSpPr>
            <p:spPr>
              <a:xfrm>
                <a:off x="5990360" y="3014072"/>
                <a:ext cx="1451169" cy="77"/>
              </a:xfrm>
              <a:custGeom>
                <a:rect b="b" l="l" r="r" t="t"/>
                <a:pathLst>
                  <a:path extrusionOk="0" fill="none" h="1" w="18877">
                    <a:moveTo>
                      <a:pt x="1" y="1"/>
                    </a:moveTo>
                    <a:lnTo>
                      <a:pt x="1887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6"/>
              <p:cNvSpPr/>
              <p:nvPr/>
            </p:nvSpPr>
            <p:spPr>
              <a:xfrm>
                <a:off x="5455308" y="3359934"/>
                <a:ext cx="2268966" cy="460404"/>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6"/>
              <p:cNvSpPr/>
              <p:nvPr/>
            </p:nvSpPr>
            <p:spPr>
              <a:xfrm>
                <a:off x="5567469" y="3446419"/>
                <a:ext cx="299121" cy="299121"/>
              </a:xfrm>
              <a:custGeom>
                <a:rect b="b" l="l" r="r" t="t"/>
                <a:pathLst>
                  <a:path extrusionOk="0" h="3891" w="3891">
                    <a:moveTo>
                      <a:pt x="1946" y="0"/>
                    </a:moveTo>
                    <a:cubicBezTo>
                      <a:pt x="851" y="0"/>
                      <a:pt x="0" y="851"/>
                      <a:pt x="0" y="1945"/>
                    </a:cubicBezTo>
                    <a:cubicBezTo>
                      <a:pt x="0" y="3009"/>
                      <a:pt x="851" y="3891"/>
                      <a:pt x="1946" y="3891"/>
                    </a:cubicBezTo>
                    <a:cubicBezTo>
                      <a:pt x="3009" y="3891"/>
                      <a:pt x="3891" y="3009"/>
                      <a:pt x="3891" y="1945"/>
                    </a:cubicBezTo>
                    <a:cubicBezTo>
                      <a:pt x="3891" y="851"/>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6"/>
              <p:cNvSpPr/>
              <p:nvPr/>
            </p:nvSpPr>
            <p:spPr>
              <a:xfrm>
                <a:off x="5642192" y="3509457"/>
                <a:ext cx="147293" cy="149676"/>
              </a:xfrm>
              <a:custGeom>
                <a:rect b="b" l="l" r="r" t="t"/>
                <a:pathLst>
                  <a:path extrusionOk="0" h="1947" w="1916">
                    <a:moveTo>
                      <a:pt x="1916" y="1946"/>
                    </a:moveTo>
                    <a:cubicBezTo>
                      <a:pt x="1916" y="1521"/>
                      <a:pt x="1612" y="1095"/>
                      <a:pt x="1247" y="943"/>
                    </a:cubicBezTo>
                    <a:cubicBezTo>
                      <a:pt x="1369" y="852"/>
                      <a:pt x="1460" y="700"/>
                      <a:pt x="1460" y="517"/>
                    </a:cubicBezTo>
                    <a:cubicBezTo>
                      <a:pt x="1460" y="214"/>
                      <a:pt x="1247" y="1"/>
                      <a:pt x="974" y="1"/>
                    </a:cubicBezTo>
                    <a:cubicBezTo>
                      <a:pt x="670" y="1"/>
                      <a:pt x="457" y="214"/>
                      <a:pt x="457" y="517"/>
                    </a:cubicBezTo>
                    <a:cubicBezTo>
                      <a:pt x="457" y="669"/>
                      <a:pt x="548" y="852"/>
                      <a:pt x="700" y="943"/>
                    </a:cubicBezTo>
                    <a:cubicBezTo>
                      <a:pt x="305" y="1095"/>
                      <a:pt x="1" y="1521"/>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6"/>
              <p:cNvSpPr/>
              <p:nvPr/>
            </p:nvSpPr>
            <p:spPr>
              <a:xfrm>
                <a:off x="5990360" y="3588946"/>
                <a:ext cx="853005" cy="77"/>
              </a:xfrm>
              <a:custGeom>
                <a:rect b="b" l="l" r="r" t="t"/>
                <a:pathLst>
                  <a:path extrusionOk="0" fill="none" h="1" w="11096">
                    <a:moveTo>
                      <a:pt x="1" y="0"/>
                    </a:moveTo>
                    <a:lnTo>
                      <a:pt x="1109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3" name="Google Shape;793;p46"/>
            <p:cNvGrpSpPr/>
            <p:nvPr/>
          </p:nvGrpSpPr>
          <p:grpSpPr>
            <a:xfrm>
              <a:off x="7030174" y="843676"/>
              <a:ext cx="506348" cy="506388"/>
              <a:chOff x="7030174" y="843676"/>
              <a:chExt cx="506348" cy="506388"/>
            </a:xfrm>
          </p:grpSpPr>
          <p:sp>
            <p:nvSpPr>
              <p:cNvPr id="794" name="Google Shape;794;p46"/>
              <p:cNvSpPr/>
              <p:nvPr/>
            </p:nvSpPr>
            <p:spPr>
              <a:xfrm>
                <a:off x="7030174" y="843676"/>
                <a:ext cx="506348" cy="506388"/>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6"/>
              <p:cNvSpPr/>
              <p:nvPr/>
            </p:nvSpPr>
            <p:spPr>
              <a:xfrm>
                <a:off x="7143844" y="957351"/>
                <a:ext cx="279010" cy="279033"/>
              </a:xfrm>
              <a:custGeom>
                <a:rect b="b" l="l" r="r" t="t"/>
                <a:pathLst>
                  <a:path extrusionOk="0" fill="none" h="9028" w="9028">
                    <a:moveTo>
                      <a:pt x="9028" y="4499"/>
                    </a:moveTo>
                    <a:cubicBezTo>
                      <a:pt x="9028" y="6991"/>
                      <a:pt x="6991" y="9028"/>
                      <a:pt x="4529" y="9028"/>
                    </a:cubicBezTo>
                    <a:cubicBezTo>
                      <a:pt x="2037" y="9028"/>
                      <a:pt x="0" y="6991"/>
                      <a:pt x="0" y="4499"/>
                    </a:cubicBezTo>
                    <a:cubicBezTo>
                      <a:pt x="0" y="2007"/>
                      <a:pt x="2037" y="0"/>
                      <a:pt x="4529" y="0"/>
                    </a:cubicBezTo>
                    <a:cubicBezTo>
                      <a:pt x="6991" y="0"/>
                      <a:pt x="9028" y="2007"/>
                      <a:pt x="9028" y="449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6"/>
              <p:cNvSpPr/>
              <p:nvPr/>
            </p:nvSpPr>
            <p:spPr>
              <a:xfrm>
                <a:off x="7217120" y="1018422"/>
                <a:ext cx="132490" cy="136240"/>
              </a:xfrm>
              <a:custGeom>
                <a:rect b="b" l="l" r="r" t="t"/>
                <a:pathLst>
                  <a:path extrusionOk="0" fill="none" h="4408" w="4287">
                    <a:moveTo>
                      <a:pt x="4286" y="4408"/>
                    </a:moveTo>
                    <a:cubicBezTo>
                      <a:pt x="4286" y="3435"/>
                      <a:pt x="3648" y="2432"/>
                      <a:pt x="2766" y="2097"/>
                    </a:cubicBezTo>
                    <a:cubicBezTo>
                      <a:pt x="3070" y="1885"/>
                      <a:pt x="3283" y="1550"/>
                      <a:pt x="3283" y="1125"/>
                    </a:cubicBezTo>
                    <a:cubicBezTo>
                      <a:pt x="3283" y="487"/>
                      <a:pt x="2766" y="0"/>
                      <a:pt x="2158" y="0"/>
                    </a:cubicBezTo>
                    <a:cubicBezTo>
                      <a:pt x="1520" y="0"/>
                      <a:pt x="1003" y="487"/>
                      <a:pt x="1003" y="1125"/>
                    </a:cubicBezTo>
                    <a:cubicBezTo>
                      <a:pt x="1003" y="1550"/>
                      <a:pt x="1216" y="1885"/>
                      <a:pt x="1520" y="2097"/>
                    </a:cubicBezTo>
                    <a:cubicBezTo>
                      <a:pt x="639" y="2432"/>
                      <a:pt x="0" y="3435"/>
                      <a:pt x="0" y="440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47"/>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47"/>
          <p:cNvSpPr txBox="1"/>
          <p:nvPr>
            <p:ph type="title"/>
          </p:nvPr>
        </p:nvSpPr>
        <p:spPr>
          <a:xfrm>
            <a:off x="693588" y="4161150"/>
            <a:ext cx="7756800" cy="34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 Wrangling and Cleaning</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803" name="Google Shape;803;p47"/>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804" name="Google Shape;804;p47"/>
          <p:cNvGrpSpPr/>
          <p:nvPr/>
        </p:nvGrpSpPr>
        <p:grpSpPr>
          <a:xfrm>
            <a:off x="6543922" y="843718"/>
            <a:ext cx="851910" cy="781546"/>
            <a:chOff x="7145197" y="889118"/>
            <a:chExt cx="851910" cy="781546"/>
          </a:xfrm>
        </p:grpSpPr>
        <p:sp>
          <p:nvSpPr>
            <p:cNvPr id="805" name="Google Shape;805;p47"/>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7"/>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47"/>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7"/>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48"/>
          <p:cNvSpPr txBox="1"/>
          <p:nvPr>
            <p:ph type="title"/>
          </p:nvPr>
        </p:nvSpPr>
        <p:spPr>
          <a:xfrm>
            <a:off x="1001375" y="1248625"/>
            <a:ext cx="2914200" cy="755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Datasets Used &amp; Preprocessing</a:t>
            </a:r>
            <a:endParaRPr sz="1300"/>
          </a:p>
        </p:txBody>
      </p:sp>
      <p:sp>
        <p:nvSpPr>
          <p:cNvPr id="814" name="Google Shape;814;p48"/>
          <p:cNvSpPr txBox="1"/>
          <p:nvPr>
            <p:ph idx="1" type="body"/>
          </p:nvPr>
        </p:nvSpPr>
        <p:spPr>
          <a:xfrm>
            <a:off x="1001375" y="2004325"/>
            <a:ext cx="2848200" cy="1842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t/>
            </a:r>
            <a:endParaRPr sz="1300"/>
          </a:p>
          <a:p>
            <a:pPr indent="-311150" lvl="0" marL="457200" rtl="0" algn="just">
              <a:spcBef>
                <a:spcPts val="0"/>
              </a:spcBef>
              <a:spcAft>
                <a:spcPts val="0"/>
              </a:spcAft>
              <a:buSzPts val="1300"/>
              <a:buChar char="-"/>
            </a:pPr>
            <a:r>
              <a:rPr lang="en" sz="1300"/>
              <a:t>Datasets were merged into a single unified dataset.</a:t>
            </a:r>
            <a:endParaRPr sz="1300"/>
          </a:p>
          <a:p>
            <a:pPr indent="0" lvl="0" marL="457200" rtl="0" algn="just">
              <a:spcBef>
                <a:spcPts val="0"/>
              </a:spcBef>
              <a:spcAft>
                <a:spcPts val="0"/>
              </a:spcAft>
              <a:buNone/>
            </a:pPr>
            <a:r>
              <a:t/>
            </a:r>
            <a:endParaRPr sz="1300"/>
          </a:p>
          <a:p>
            <a:pPr indent="-311150" lvl="0" marL="457200" rtl="0" algn="just">
              <a:spcBef>
                <a:spcPts val="0"/>
              </a:spcBef>
              <a:spcAft>
                <a:spcPts val="0"/>
              </a:spcAft>
              <a:buSzPts val="1300"/>
              <a:buChar char="-"/>
            </a:pPr>
            <a:r>
              <a:rPr lang="en" sz="1300"/>
              <a:t>The review.title and review.text columns were combined into a single text field to enrich the review content.</a:t>
            </a:r>
            <a:endParaRPr sz="1300"/>
          </a:p>
          <a:p>
            <a:pPr indent="0" lvl="0" marL="914400" rtl="0" algn="just">
              <a:spcBef>
                <a:spcPts val="0"/>
              </a:spcBef>
              <a:spcAft>
                <a:spcPts val="0"/>
              </a:spcAft>
              <a:buNone/>
            </a:pPr>
            <a:r>
              <a:t/>
            </a:r>
            <a:endParaRPr sz="1300"/>
          </a:p>
          <a:p>
            <a:pPr indent="-311150" lvl="0" marL="457200" rtl="0" algn="just">
              <a:spcBef>
                <a:spcPts val="0"/>
              </a:spcBef>
              <a:spcAft>
                <a:spcPts val="0"/>
              </a:spcAft>
              <a:buSzPts val="1300"/>
              <a:buChar char="-"/>
            </a:pPr>
            <a:r>
              <a:rPr lang="en" sz="1300"/>
              <a:t>Generate a new column called Sentiment, it contains the 3 classes (Positive, Neutral and Negative)</a:t>
            </a:r>
            <a:endParaRPr sz="1300"/>
          </a:p>
          <a:p>
            <a:pPr indent="0" lvl="0" marL="457200" rtl="0" algn="just">
              <a:spcBef>
                <a:spcPts val="0"/>
              </a:spcBef>
              <a:spcAft>
                <a:spcPts val="0"/>
              </a:spcAft>
              <a:buNone/>
            </a:pPr>
            <a:r>
              <a:t/>
            </a:r>
            <a:endParaRPr sz="1300"/>
          </a:p>
          <a:p>
            <a:pPr indent="0" lvl="0" marL="457200" rtl="0" algn="just">
              <a:spcBef>
                <a:spcPts val="0"/>
              </a:spcBef>
              <a:spcAft>
                <a:spcPts val="0"/>
              </a:spcAft>
              <a:buNone/>
            </a:pPr>
            <a:r>
              <a:t/>
            </a:r>
            <a:endParaRPr sz="1100"/>
          </a:p>
        </p:txBody>
      </p:sp>
      <p:grpSp>
        <p:nvGrpSpPr>
          <p:cNvPr id="815" name="Google Shape;815;p48"/>
          <p:cNvGrpSpPr/>
          <p:nvPr/>
        </p:nvGrpSpPr>
        <p:grpSpPr>
          <a:xfrm>
            <a:off x="4718778" y="843676"/>
            <a:ext cx="3772269" cy="3061920"/>
            <a:chOff x="4718778" y="843676"/>
            <a:chExt cx="3772269" cy="3061920"/>
          </a:xfrm>
        </p:grpSpPr>
        <p:grpSp>
          <p:nvGrpSpPr>
            <p:cNvPr id="816" name="Google Shape;816;p48"/>
            <p:cNvGrpSpPr/>
            <p:nvPr/>
          </p:nvGrpSpPr>
          <p:grpSpPr>
            <a:xfrm>
              <a:off x="6356988" y="1415549"/>
              <a:ext cx="2134059" cy="2312387"/>
              <a:chOff x="7220188" y="1507448"/>
              <a:chExt cx="2134059" cy="2312387"/>
            </a:xfrm>
          </p:grpSpPr>
          <p:sp>
            <p:nvSpPr>
              <p:cNvPr id="817" name="Google Shape;817;p48"/>
              <p:cNvSpPr/>
              <p:nvPr/>
            </p:nvSpPr>
            <p:spPr>
              <a:xfrm>
                <a:off x="7220188" y="1507448"/>
                <a:ext cx="2134059" cy="2312387"/>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gradFill>
                <a:gsLst>
                  <a:gs pos="0">
                    <a:schemeClr val="accent1"/>
                  </a:gs>
                  <a:gs pos="100000">
                    <a:schemeClr val="accent2"/>
                  </a:gs>
                </a:gsLst>
                <a:lin ang="0" scaled="0"/>
              </a:gra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8"/>
              <p:cNvSpPr/>
              <p:nvPr/>
            </p:nvSpPr>
            <p:spPr>
              <a:xfrm>
                <a:off x="7220188" y="1885108"/>
                <a:ext cx="2126364" cy="63"/>
              </a:xfrm>
              <a:custGeom>
                <a:rect b="b" l="l" r="r" t="t"/>
                <a:pathLst>
                  <a:path extrusionOk="0" fill="none" h="1" w="33709">
                    <a:moveTo>
                      <a:pt x="0" y="1"/>
                    </a:moveTo>
                    <a:lnTo>
                      <a:pt x="33709"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8"/>
              <p:cNvSpPr/>
              <p:nvPr/>
            </p:nvSpPr>
            <p:spPr>
              <a:xfrm>
                <a:off x="7363946" y="1647360"/>
                <a:ext cx="86357" cy="86357"/>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8"/>
              <p:cNvSpPr/>
              <p:nvPr/>
            </p:nvSpPr>
            <p:spPr>
              <a:xfrm>
                <a:off x="7530793" y="1647360"/>
                <a:ext cx="88249" cy="86357"/>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8"/>
              <p:cNvSpPr/>
              <p:nvPr/>
            </p:nvSpPr>
            <p:spPr>
              <a:xfrm>
                <a:off x="7699468" y="1647360"/>
                <a:ext cx="88312" cy="86357"/>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8"/>
              <p:cNvSpPr/>
              <p:nvPr/>
            </p:nvSpPr>
            <p:spPr>
              <a:xfrm>
                <a:off x="7362054" y="2289703"/>
                <a:ext cx="1861806" cy="377786"/>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8"/>
              <p:cNvSpPr/>
              <p:nvPr/>
            </p:nvSpPr>
            <p:spPr>
              <a:xfrm>
                <a:off x="7362054" y="2763308"/>
                <a:ext cx="1861806" cy="375831"/>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8"/>
              <p:cNvSpPr/>
              <p:nvPr/>
            </p:nvSpPr>
            <p:spPr>
              <a:xfrm>
                <a:off x="7362054" y="3234957"/>
                <a:ext cx="1861806" cy="377786"/>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5" name="Google Shape;825;p48"/>
            <p:cNvGrpSpPr/>
            <p:nvPr/>
          </p:nvGrpSpPr>
          <p:grpSpPr>
            <a:xfrm>
              <a:off x="4718778" y="1415532"/>
              <a:ext cx="2134059" cy="2312387"/>
              <a:chOff x="4832228" y="1507448"/>
              <a:chExt cx="2134059" cy="2312387"/>
            </a:xfrm>
          </p:grpSpPr>
          <p:sp>
            <p:nvSpPr>
              <p:cNvPr id="826" name="Google Shape;826;p48"/>
              <p:cNvSpPr/>
              <p:nvPr/>
            </p:nvSpPr>
            <p:spPr>
              <a:xfrm>
                <a:off x="4832228" y="1507448"/>
                <a:ext cx="2134059" cy="2312387"/>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gradFill>
                <a:gsLst>
                  <a:gs pos="0">
                    <a:schemeClr val="accent6"/>
                  </a:gs>
                  <a:gs pos="100000">
                    <a:schemeClr val="accent5"/>
                  </a:gs>
                </a:gsLst>
                <a:lin ang="10800025" scaled="0"/>
              </a:gra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8"/>
              <p:cNvSpPr/>
              <p:nvPr/>
            </p:nvSpPr>
            <p:spPr>
              <a:xfrm>
                <a:off x="4832228" y="1885108"/>
                <a:ext cx="2126364" cy="63"/>
              </a:xfrm>
              <a:custGeom>
                <a:rect b="b" l="l" r="r" t="t"/>
                <a:pathLst>
                  <a:path extrusionOk="0" fill="none" h="1" w="33709">
                    <a:moveTo>
                      <a:pt x="0" y="1"/>
                    </a:moveTo>
                    <a:lnTo>
                      <a:pt x="33709"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8"/>
              <p:cNvSpPr/>
              <p:nvPr/>
            </p:nvSpPr>
            <p:spPr>
              <a:xfrm>
                <a:off x="4975986" y="1647360"/>
                <a:ext cx="86357" cy="86357"/>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8"/>
              <p:cNvSpPr/>
              <p:nvPr/>
            </p:nvSpPr>
            <p:spPr>
              <a:xfrm>
                <a:off x="5142833" y="1647360"/>
                <a:ext cx="88249" cy="86357"/>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8"/>
              <p:cNvSpPr/>
              <p:nvPr/>
            </p:nvSpPr>
            <p:spPr>
              <a:xfrm>
                <a:off x="5311508" y="1647360"/>
                <a:ext cx="88312" cy="86357"/>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8"/>
              <p:cNvSpPr/>
              <p:nvPr/>
            </p:nvSpPr>
            <p:spPr>
              <a:xfrm>
                <a:off x="4974094" y="2289703"/>
                <a:ext cx="1861806" cy="377786"/>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8"/>
              <p:cNvSpPr/>
              <p:nvPr/>
            </p:nvSpPr>
            <p:spPr>
              <a:xfrm>
                <a:off x="5066128" y="2360668"/>
                <a:ext cx="245444" cy="245444"/>
              </a:xfrm>
              <a:custGeom>
                <a:rect b="b" l="l" r="r" t="t"/>
                <a:pathLst>
                  <a:path extrusionOk="0" h="3891" w="3891">
                    <a:moveTo>
                      <a:pt x="1946" y="0"/>
                    </a:moveTo>
                    <a:cubicBezTo>
                      <a:pt x="851" y="0"/>
                      <a:pt x="0" y="882"/>
                      <a:pt x="0" y="1945"/>
                    </a:cubicBezTo>
                    <a:cubicBezTo>
                      <a:pt x="0" y="3009"/>
                      <a:pt x="851" y="3891"/>
                      <a:pt x="1946" y="3891"/>
                    </a:cubicBezTo>
                    <a:cubicBezTo>
                      <a:pt x="3009" y="3891"/>
                      <a:pt x="3891" y="3009"/>
                      <a:pt x="3891" y="1945"/>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8"/>
              <p:cNvSpPr/>
              <p:nvPr/>
            </p:nvSpPr>
            <p:spPr>
              <a:xfrm>
                <a:off x="5127441" y="2412394"/>
                <a:ext cx="120861" cy="124709"/>
              </a:xfrm>
              <a:custGeom>
                <a:rect b="b" l="l" r="r" t="t"/>
                <a:pathLst>
                  <a:path extrusionOk="0" h="1977" w="1916">
                    <a:moveTo>
                      <a:pt x="1916" y="1976"/>
                    </a:moveTo>
                    <a:cubicBezTo>
                      <a:pt x="1916" y="1521"/>
                      <a:pt x="1612" y="1095"/>
                      <a:pt x="1247" y="943"/>
                    </a:cubicBezTo>
                    <a:cubicBezTo>
                      <a:pt x="1369" y="852"/>
                      <a:pt x="1460" y="700"/>
                      <a:pt x="1460" y="517"/>
                    </a:cubicBezTo>
                    <a:cubicBezTo>
                      <a:pt x="1460" y="244"/>
                      <a:pt x="1247" y="1"/>
                      <a:pt x="974" y="1"/>
                    </a:cubicBezTo>
                    <a:cubicBezTo>
                      <a:pt x="670" y="1"/>
                      <a:pt x="457" y="244"/>
                      <a:pt x="457" y="517"/>
                    </a:cubicBezTo>
                    <a:cubicBezTo>
                      <a:pt x="457" y="700"/>
                      <a:pt x="548" y="852"/>
                      <a:pt x="700" y="943"/>
                    </a:cubicBezTo>
                    <a:cubicBezTo>
                      <a:pt x="305" y="1095"/>
                      <a:pt x="1" y="1521"/>
                      <a:pt x="1" y="197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8"/>
              <p:cNvSpPr/>
              <p:nvPr/>
            </p:nvSpPr>
            <p:spPr>
              <a:xfrm>
                <a:off x="5413130" y="2479511"/>
                <a:ext cx="983670" cy="63"/>
              </a:xfrm>
              <a:custGeom>
                <a:rect b="b" l="l" r="r" t="t"/>
                <a:pathLst>
                  <a:path extrusionOk="0" fill="none" h="1" w="15594">
                    <a:moveTo>
                      <a:pt x="1" y="1"/>
                    </a:moveTo>
                    <a:lnTo>
                      <a:pt x="15594"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8"/>
              <p:cNvSpPr/>
              <p:nvPr/>
            </p:nvSpPr>
            <p:spPr>
              <a:xfrm>
                <a:off x="4974094" y="2763308"/>
                <a:ext cx="1861806" cy="375831"/>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8"/>
              <p:cNvSpPr/>
              <p:nvPr/>
            </p:nvSpPr>
            <p:spPr>
              <a:xfrm>
                <a:off x="5066128" y="2832317"/>
                <a:ext cx="245444" cy="245444"/>
              </a:xfrm>
              <a:custGeom>
                <a:rect b="b" l="l" r="r" t="t"/>
                <a:pathLst>
                  <a:path extrusionOk="0" h="3891" w="3891">
                    <a:moveTo>
                      <a:pt x="1946" y="0"/>
                    </a:moveTo>
                    <a:cubicBezTo>
                      <a:pt x="851" y="0"/>
                      <a:pt x="0" y="882"/>
                      <a:pt x="0" y="1946"/>
                    </a:cubicBezTo>
                    <a:cubicBezTo>
                      <a:pt x="0" y="3040"/>
                      <a:pt x="851" y="3891"/>
                      <a:pt x="1946" y="3891"/>
                    </a:cubicBezTo>
                    <a:cubicBezTo>
                      <a:pt x="3009" y="3891"/>
                      <a:pt x="3891" y="3040"/>
                      <a:pt x="3891" y="1946"/>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8"/>
              <p:cNvSpPr/>
              <p:nvPr/>
            </p:nvSpPr>
            <p:spPr>
              <a:xfrm>
                <a:off x="5127441" y="2885998"/>
                <a:ext cx="120861" cy="122754"/>
              </a:xfrm>
              <a:custGeom>
                <a:rect b="b" l="l" r="r" t="t"/>
                <a:pathLst>
                  <a:path extrusionOk="0" h="1946" w="1916">
                    <a:moveTo>
                      <a:pt x="1916" y="1946"/>
                    </a:moveTo>
                    <a:cubicBezTo>
                      <a:pt x="1916" y="1520"/>
                      <a:pt x="1612" y="1064"/>
                      <a:pt x="1247" y="912"/>
                    </a:cubicBezTo>
                    <a:cubicBezTo>
                      <a:pt x="1369" y="821"/>
                      <a:pt x="1460" y="669"/>
                      <a:pt x="1460" y="487"/>
                    </a:cubicBezTo>
                    <a:cubicBezTo>
                      <a:pt x="1460" y="213"/>
                      <a:pt x="1247" y="0"/>
                      <a:pt x="974" y="0"/>
                    </a:cubicBezTo>
                    <a:cubicBezTo>
                      <a:pt x="670" y="0"/>
                      <a:pt x="457" y="213"/>
                      <a:pt x="457" y="487"/>
                    </a:cubicBezTo>
                    <a:cubicBezTo>
                      <a:pt x="457" y="669"/>
                      <a:pt x="548" y="821"/>
                      <a:pt x="700" y="912"/>
                    </a:cubicBezTo>
                    <a:cubicBezTo>
                      <a:pt x="305" y="1064"/>
                      <a:pt x="1" y="1520"/>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8"/>
              <p:cNvSpPr/>
              <p:nvPr/>
            </p:nvSpPr>
            <p:spPr>
              <a:xfrm>
                <a:off x="5413130" y="2951160"/>
                <a:ext cx="1190761" cy="63"/>
              </a:xfrm>
              <a:custGeom>
                <a:rect b="b" l="l" r="r" t="t"/>
                <a:pathLst>
                  <a:path extrusionOk="0" fill="none" h="1" w="18877">
                    <a:moveTo>
                      <a:pt x="1" y="1"/>
                    </a:moveTo>
                    <a:lnTo>
                      <a:pt x="1887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8"/>
              <p:cNvSpPr/>
              <p:nvPr/>
            </p:nvSpPr>
            <p:spPr>
              <a:xfrm>
                <a:off x="4974094" y="3234957"/>
                <a:ext cx="1861806" cy="377786"/>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8"/>
              <p:cNvSpPr/>
              <p:nvPr/>
            </p:nvSpPr>
            <p:spPr>
              <a:xfrm>
                <a:off x="5066128" y="3305922"/>
                <a:ext cx="245444" cy="245444"/>
              </a:xfrm>
              <a:custGeom>
                <a:rect b="b" l="l" r="r" t="t"/>
                <a:pathLst>
                  <a:path extrusionOk="0" h="3891" w="3891">
                    <a:moveTo>
                      <a:pt x="1946" y="0"/>
                    </a:moveTo>
                    <a:cubicBezTo>
                      <a:pt x="851" y="0"/>
                      <a:pt x="0" y="851"/>
                      <a:pt x="0" y="1945"/>
                    </a:cubicBezTo>
                    <a:cubicBezTo>
                      <a:pt x="0" y="3009"/>
                      <a:pt x="851" y="3891"/>
                      <a:pt x="1946" y="3891"/>
                    </a:cubicBezTo>
                    <a:cubicBezTo>
                      <a:pt x="3009" y="3891"/>
                      <a:pt x="3891" y="3009"/>
                      <a:pt x="3891" y="1945"/>
                    </a:cubicBezTo>
                    <a:cubicBezTo>
                      <a:pt x="3891" y="851"/>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8"/>
              <p:cNvSpPr/>
              <p:nvPr/>
            </p:nvSpPr>
            <p:spPr>
              <a:xfrm>
                <a:off x="5127441" y="3357647"/>
                <a:ext cx="120861" cy="122817"/>
              </a:xfrm>
              <a:custGeom>
                <a:rect b="b" l="l" r="r" t="t"/>
                <a:pathLst>
                  <a:path extrusionOk="0" h="1947" w="1916">
                    <a:moveTo>
                      <a:pt x="1916" y="1946"/>
                    </a:moveTo>
                    <a:cubicBezTo>
                      <a:pt x="1916" y="1521"/>
                      <a:pt x="1612" y="1095"/>
                      <a:pt x="1247" y="943"/>
                    </a:cubicBezTo>
                    <a:cubicBezTo>
                      <a:pt x="1369" y="852"/>
                      <a:pt x="1460" y="700"/>
                      <a:pt x="1460" y="517"/>
                    </a:cubicBezTo>
                    <a:cubicBezTo>
                      <a:pt x="1460" y="214"/>
                      <a:pt x="1247" y="1"/>
                      <a:pt x="974" y="1"/>
                    </a:cubicBezTo>
                    <a:cubicBezTo>
                      <a:pt x="670" y="1"/>
                      <a:pt x="457" y="214"/>
                      <a:pt x="457" y="517"/>
                    </a:cubicBezTo>
                    <a:cubicBezTo>
                      <a:pt x="457" y="669"/>
                      <a:pt x="548" y="852"/>
                      <a:pt x="700" y="943"/>
                    </a:cubicBezTo>
                    <a:cubicBezTo>
                      <a:pt x="305" y="1095"/>
                      <a:pt x="1" y="1521"/>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8"/>
              <p:cNvSpPr/>
              <p:nvPr/>
            </p:nvSpPr>
            <p:spPr>
              <a:xfrm>
                <a:off x="5413130" y="3422872"/>
                <a:ext cx="699936" cy="63"/>
              </a:xfrm>
              <a:custGeom>
                <a:rect b="b" l="l" r="r" t="t"/>
                <a:pathLst>
                  <a:path extrusionOk="0" fill="none" h="1" w="11096">
                    <a:moveTo>
                      <a:pt x="1" y="0"/>
                    </a:moveTo>
                    <a:lnTo>
                      <a:pt x="1109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 name="Google Shape;843;p48"/>
            <p:cNvGrpSpPr/>
            <p:nvPr/>
          </p:nvGrpSpPr>
          <p:grpSpPr>
            <a:xfrm>
              <a:off x="5310741" y="1087438"/>
              <a:ext cx="2600758" cy="2818159"/>
              <a:chOff x="5282416" y="1254625"/>
              <a:chExt cx="2600758" cy="2818159"/>
            </a:xfrm>
          </p:grpSpPr>
          <p:sp>
            <p:nvSpPr>
              <p:cNvPr id="844" name="Google Shape;844;p48"/>
              <p:cNvSpPr/>
              <p:nvPr/>
            </p:nvSpPr>
            <p:spPr>
              <a:xfrm>
                <a:off x="5282416" y="1254700"/>
                <a:ext cx="2600758" cy="2818084"/>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solidFill>
                <a:srgbClr val="77C2DD"/>
              </a:solidFill>
              <a:ln cap="flat" cmpd="sng" w="45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8"/>
              <p:cNvSpPr/>
              <p:nvPr/>
            </p:nvSpPr>
            <p:spPr>
              <a:xfrm>
                <a:off x="5282416" y="1714953"/>
                <a:ext cx="2591379" cy="77"/>
              </a:xfrm>
              <a:custGeom>
                <a:rect b="b" l="l" r="r" t="t"/>
                <a:pathLst>
                  <a:path extrusionOk="0" fill="none" h="1" w="33709">
                    <a:moveTo>
                      <a:pt x="0" y="1"/>
                    </a:moveTo>
                    <a:lnTo>
                      <a:pt x="33709" y="1"/>
                    </a:lnTo>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8"/>
              <p:cNvSpPr/>
              <p:nvPr/>
            </p:nvSpPr>
            <p:spPr>
              <a:xfrm>
                <a:off x="5457614" y="1425210"/>
                <a:ext cx="105242" cy="105242"/>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8"/>
              <p:cNvSpPr/>
              <p:nvPr/>
            </p:nvSpPr>
            <p:spPr>
              <a:xfrm>
                <a:off x="5660949" y="1425210"/>
                <a:ext cx="107548" cy="105242"/>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8"/>
              <p:cNvSpPr/>
              <p:nvPr/>
            </p:nvSpPr>
            <p:spPr>
              <a:xfrm>
                <a:off x="5866514" y="1425210"/>
                <a:ext cx="107625" cy="105242"/>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68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8"/>
              <p:cNvSpPr/>
              <p:nvPr/>
            </p:nvSpPr>
            <p:spPr>
              <a:xfrm>
                <a:off x="5455308" y="2208032"/>
                <a:ext cx="2268966" cy="460404"/>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8"/>
              <p:cNvSpPr/>
              <p:nvPr/>
            </p:nvSpPr>
            <p:spPr>
              <a:xfrm>
                <a:off x="5567469" y="2294517"/>
                <a:ext cx="299121" cy="299121"/>
              </a:xfrm>
              <a:custGeom>
                <a:rect b="b" l="l" r="r" t="t"/>
                <a:pathLst>
                  <a:path extrusionOk="0" h="3891" w="3891">
                    <a:moveTo>
                      <a:pt x="1946" y="0"/>
                    </a:moveTo>
                    <a:cubicBezTo>
                      <a:pt x="851" y="0"/>
                      <a:pt x="0" y="882"/>
                      <a:pt x="0" y="1945"/>
                    </a:cubicBezTo>
                    <a:cubicBezTo>
                      <a:pt x="0" y="3009"/>
                      <a:pt x="851" y="3891"/>
                      <a:pt x="1946" y="3891"/>
                    </a:cubicBezTo>
                    <a:cubicBezTo>
                      <a:pt x="3009" y="3891"/>
                      <a:pt x="3891" y="3009"/>
                      <a:pt x="3891" y="1945"/>
                    </a:cubicBezTo>
                    <a:cubicBezTo>
                      <a:pt x="3891" y="882"/>
                      <a:pt x="3009" y="0"/>
                      <a:pt x="1946"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8"/>
              <p:cNvSpPr/>
              <p:nvPr/>
            </p:nvSpPr>
            <p:spPr>
              <a:xfrm>
                <a:off x="5642192" y="2357554"/>
                <a:ext cx="147293" cy="151982"/>
              </a:xfrm>
              <a:custGeom>
                <a:rect b="b" l="l" r="r" t="t"/>
                <a:pathLst>
                  <a:path extrusionOk="0" h="1977" w="1916">
                    <a:moveTo>
                      <a:pt x="1916" y="1976"/>
                    </a:moveTo>
                    <a:cubicBezTo>
                      <a:pt x="1916" y="1521"/>
                      <a:pt x="1612" y="1095"/>
                      <a:pt x="1247" y="943"/>
                    </a:cubicBezTo>
                    <a:cubicBezTo>
                      <a:pt x="1369" y="852"/>
                      <a:pt x="1460" y="700"/>
                      <a:pt x="1460" y="517"/>
                    </a:cubicBezTo>
                    <a:cubicBezTo>
                      <a:pt x="1460" y="244"/>
                      <a:pt x="1247" y="1"/>
                      <a:pt x="974" y="1"/>
                    </a:cubicBezTo>
                    <a:cubicBezTo>
                      <a:pt x="670" y="1"/>
                      <a:pt x="457" y="244"/>
                      <a:pt x="457" y="517"/>
                    </a:cubicBezTo>
                    <a:cubicBezTo>
                      <a:pt x="457" y="700"/>
                      <a:pt x="548" y="852"/>
                      <a:pt x="700" y="943"/>
                    </a:cubicBezTo>
                    <a:cubicBezTo>
                      <a:pt x="305" y="1095"/>
                      <a:pt x="1" y="1521"/>
                      <a:pt x="1" y="1976"/>
                    </a:cubicBezTo>
                    <a:close/>
                  </a:path>
                </a:pathLst>
              </a:custGeom>
              <a:solidFill>
                <a:srgbClr val="F6F6F6"/>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8"/>
              <p:cNvSpPr/>
              <p:nvPr/>
            </p:nvSpPr>
            <p:spPr>
              <a:xfrm>
                <a:off x="5990360" y="2439350"/>
                <a:ext cx="1198789" cy="77"/>
              </a:xfrm>
              <a:custGeom>
                <a:rect b="b" l="l" r="r" t="t"/>
                <a:pathLst>
                  <a:path extrusionOk="0" fill="none" h="1" w="15594">
                    <a:moveTo>
                      <a:pt x="1" y="1"/>
                    </a:moveTo>
                    <a:lnTo>
                      <a:pt x="15594" y="1"/>
                    </a:lnTo>
                  </a:path>
                </a:pathLst>
              </a:custGeom>
              <a:no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8"/>
              <p:cNvSpPr/>
              <p:nvPr/>
            </p:nvSpPr>
            <p:spPr>
              <a:xfrm>
                <a:off x="5455308" y="2785212"/>
                <a:ext cx="2268966" cy="458021"/>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48"/>
              <p:cNvSpPr/>
              <p:nvPr/>
            </p:nvSpPr>
            <p:spPr>
              <a:xfrm>
                <a:off x="5567469" y="2869314"/>
                <a:ext cx="299121" cy="299121"/>
              </a:xfrm>
              <a:custGeom>
                <a:rect b="b" l="l" r="r" t="t"/>
                <a:pathLst>
                  <a:path extrusionOk="0" h="3891" w="3891">
                    <a:moveTo>
                      <a:pt x="1946" y="0"/>
                    </a:moveTo>
                    <a:cubicBezTo>
                      <a:pt x="851" y="0"/>
                      <a:pt x="0" y="882"/>
                      <a:pt x="0" y="1946"/>
                    </a:cubicBezTo>
                    <a:cubicBezTo>
                      <a:pt x="0" y="3040"/>
                      <a:pt x="851" y="3891"/>
                      <a:pt x="1946" y="3891"/>
                    </a:cubicBezTo>
                    <a:cubicBezTo>
                      <a:pt x="3009" y="3891"/>
                      <a:pt x="3891" y="3040"/>
                      <a:pt x="3891" y="1946"/>
                    </a:cubicBezTo>
                    <a:cubicBezTo>
                      <a:pt x="3891" y="882"/>
                      <a:pt x="3009" y="0"/>
                      <a:pt x="1946"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8"/>
              <p:cNvSpPr/>
              <p:nvPr/>
            </p:nvSpPr>
            <p:spPr>
              <a:xfrm>
                <a:off x="5642192" y="2934735"/>
                <a:ext cx="147293" cy="149599"/>
              </a:xfrm>
              <a:custGeom>
                <a:rect b="b" l="l" r="r" t="t"/>
                <a:pathLst>
                  <a:path extrusionOk="0" h="1946" w="1916">
                    <a:moveTo>
                      <a:pt x="1916" y="1946"/>
                    </a:moveTo>
                    <a:cubicBezTo>
                      <a:pt x="1916" y="1520"/>
                      <a:pt x="1612" y="1064"/>
                      <a:pt x="1247" y="912"/>
                    </a:cubicBezTo>
                    <a:cubicBezTo>
                      <a:pt x="1369" y="821"/>
                      <a:pt x="1460" y="669"/>
                      <a:pt x="1460" y="487"/>
                    </a:cubicBezTo>
                    <a:cubicBezTo>
                      <a:pt x="1460" y="213"/>
                      <a:pt x="1247" y="0"/>
                      <a:pt x="974" y="0"/>
                    </a:cubicBezTo>
                    <a:cubicBezTo>
                      <a:pt x="670" y="0"/>
                      <a:pt x="457" y="213"/>
                      <a:pt x="457" y="487"/>
                    </a:cubicBezTo>
                    <a:cubicBezTo>
                      <a:pt x="457" y="669"/>
                      <a:pt x="548" y="821"/>
                      <a:pt x="700" y="912"/>
                    </a:cubicBezTo>
                    <a:cubicBezTo>
                      <a:pt x="305" y="1064"/>
                      <a:pt x="1" y="1520"/>
                      <a:pt x="1" y="1946"/>
                    </a:cubicBezTo>
                    <a:close/>
                  </a:path>
                </a:pathLst>
              </a:custGeom>
              <a:solidFill>
                <a:srgbClr val="F6F6F6"/>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8"/>
              <p:cNvSpPr/>
              <p:nvPr/>
            </p:nvSpPr>
            <p:spPr>
              <a:xfrm>
                <a:off x="5990360" y="3014147"/>
                <a:ext cx="1451169" cy="77"/>
              </a:xfrm>
              <a:custGeom>
                <a:rect b="b" l="l" r="r" t="t"/>
                <a:pathLst>
                  <a:path extrusionOk="0" fill="none" h="1" w="18877">
                    <a:moveTo>
                      <a:pt x="1" y="1"/>
                    </a:moveTo>
                    <a:lnTo>
                      <a:pt x="18877" y="1"/>
                    </a:lnTo>
                  </a:path>
                </a:pathLst>
              </a:custGeom>
              <a:no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8"/>
              <p:cNvSpPr/>
              <p:nvPr/>
            </p:nvSpPr>
            <p:spPr>
              <a:xfrm>
                <a:off x="5455308" y="3360009"/>
                <a:ext cx="2268966" cy="460404"/>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8"/>
              <p:cNvSpPr/>
              <p:nvPr/>
            </p:nvSpPr>
            <p:spPr>
              <a:xfrm>
                <a:off x="5567469" y="3446494"/>
                <a:ext cx="299121" cy="299121"/>
              </a:xfrm>
              <a:custGeom>
                <a:rect b="b" l="l" r="r" t="t"/>
                <a:pathLst>
                  <a:path extrusionOk="0" h="3891" w="3891">
                    <a:moveTo>
                      <a:pt x="1946" y="0"/>
                    </a:moveTo>
                    <a:cubicBezTo>
                      <a:pt x="851" y="0"/>
                      <a:pt x="0" y="851"/>
                      <a:pt x="0" y="1945"/>
                    </a:cubicBezTo>
                    <a:cubicBezTo>
                      <a:pt x="0" y="3009"/>
                      <a:pt x="851" y="3891"/>
                      <a:pt x="1946" y="3891"/>
                    </a:cubicBezTo>
                    <a:cubicBezTo>
                      <a:pt x="3009" y="3891"/>
                      <a:pt x="3891" y="3009"/>
                      <a:pt x="3891" y="1945"/>
                    </a:cubicBezTo>
                    <a:cubicBezTo>
                      <a:pt x="3891" y="851"/>
                      <a:pt x="3009" y="0"/>
                      <a:pt x="1946" y="0"/>
                    </a:cubicBezTo>
                    <a:close/>
                  </a:path>
                </a:pathLst>
              </a:custGeom>
              <a:solidFill>
                <a:srgbClr val="F6F6F6"/>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8"/>
              <p:cNvSpPr/>
              <p:nvPr/>
            </p:nvSpPr>
            <p:spPr>
              <a:xfrm>
                <a:off x="5642192" y="3509532"/>
                <a:ext cx="147293" cy="149676"/>
              </a:xfrm>
              <a:custGeom>
                <a:rect b="b" l="l" r="r" t="t"/>
                <a:pathLst>
                  <a:path extrusionOk="0" h="1947" w="1916">
                    <a:moveTo>
                      <a:pt x="1916" y="1946"/>
                    </a:moveTo>
                    <a:cubicBezTo>
                      <a:pt x="1916" y="1521"/>
                      <a:pt x="1612" y="1095"/>
                      <a:pt x="1247" y="943"/>
                    </a:cubicBezTo>
                    <a:cubicBezTo>
                      <a:pt x="1369" y="852"/>
                      <a:pt x="1460" y="700"/>
                      <a:pt x="1460" y="517"/>
                    </a:cubicBezTo>
                    <a:cubicBezTo>
                      <a:pt x="1460" y="214"/>
                      <a:pt x="1247" y="1"/>
                      <a:pt x="974" y="1"/>
                    </a:cubicBezTo>
                    <a:cubicBezTo>
                      <a:pt x="670" y="1"/>
                      <a:pt x="457" y="214"/>
                      <a:pt x="457" y="517"/>
                    </a:cubicBezTo>
                    <a:cubicBezTo>
                      <a:pt x="457" y="669"/>
                      <a:pt x="548" y="852"/>
                      <a:pt x="700" y="943"/>
                    </a:cubicBezTo>
                    <a:cubicBezTo>
                      <a:pt x="305" y="1095"/>
                      <a:pt x="1" y="1521"/>
                      <a:pt x="1" y="1946"/>
                    </a:cubicBezTo>
                    <a:close/>
                  </a:path>
                </a:pathLst>
              </a:custGeom>
              <a:solidFill>
                <a:srgbClr val="F6F6F6"/>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8"/>
              <p:cNvSpPr/>
              <p:nvPr/>
            </p:nvSpPr>
            <p:spPr>
              <a:xfrm>
                <a:off x="5990360" y="3589021"/>
                <a:ext cx="853005" cy="77"/>
              </a:xfrm>
              <a:custGeom>
                <a:rect b="b" l="l" r="r" t="t"/>
                <a:pathLst>
                  <a:path extrusionOk="0" fill="none" h="1" w="11096">
                    <a:moveTo>
                      <a:pt x="1" y="0"/>
                    </a:moveTo>
                    <a:lnTo>
                      <a:pt x="11095" y="0"/>
                    </a:lnTo>
                  </a:path>
                </a:pathLst>
              </a:custGeom>
              <a:no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8"/>
              <p:cNvSpPr/>
              <p:nvPr/>
            </p:nvSpPr>
            <p:spPr>
              <a:xfrm>
                <a:off x="5464610" y="1897225"/>
                <a:ext cx="58502" cy="88867"/>
              </a:xfrm>
              <a:custGeom>
                <a:rect b="b" l="l" r="r" t="t"/>
                <a:pathLst>
                  <a:path extrusionOk="0" h="1156" w="761">
                    <a:moveTo>
                      <a:pt x="396" y="1"/>
                    </a:moveTo>
                    <a:cubicBezTo>
                      <a:pt x="274" y="1"/>
                      <a:pt x="153" y="31"/>
                      <a:pt x="92" y="92"/>
                    </a:cubicBezTo>
                    <a:cubicBezTo>
                      <a:pt x="31" y="153"/>
                      <a:pt x="1" y="214"/>
                      <a:pt x="1" y="305"/>
                    </a:cubicBezTo>
                    <a:cubicBezTo>
                      <a:pt x="1" y="396"/>
                      <a:pt x="31" y="457"/>
                      <a:pt x="62" y="518"/>
                    </a:cubicBezTo>
                    <a:cubicBezTo>
                      <a:pt x="122" y="548"/>
                      <a:pt x="214" y="609"/>
                      <a:pt x="305" y="609"/>
                    </a:cubicBezTo>
                    <a:lnTo>
                      <a:pt x="396" y="639"/>
                    </a:lnTo>
                    <a:cubicBezTo>
                      <a:pt x="487" y="639"/>
                      <a:pt x="548" y="670"/>
                      <a:pt x="578" y="700"/>
                    </a:cubicBezTo>
                    <a:cubicBezTo>
                      <a:pt x="609" y="730"/>
                      <a:pt x="609" y="791"/>
                      <a:pt x="609" y="821"/>
                    </a:cubicBezTo>
                    <a:cubicBezTo>
                      <a:pt x="609" y="882"/>
                      <a:pt x="609" y="943"/>
                      <a:pt x="548" y="973"/>
                    </a:cubicBezTo>
                    <a:cubicBezTo>
                      <a:pt x="487" y="1004"/>
                      <a:pt x="426" y="1034"/>
                      <a:pt x="335" y="1034"/>
                    </a:cubicBezTo>
                    <a:cubicBezTo>
                      <a:pt x="305" y="1034"/>
                      <a:pt x="244" y="1034"/>
                      <a:pt x="183" y="1004"/>
                    </a:cubicBezTo>
                    <a:cubicBezTo>
                      <a:pt x="122" y="973"/>
                      <a:pt x="62" y="973"/>
                      <a:pt x="1" y="913"/>
                    </a:cubicBezTo>
                    <a:lnTo>
                      <a:pt x="1" y="1065"/>
                    </a:lnTo>
                    <a:cubicBezTo>
                      <a:pt x="62" y="1095"/>
                      <a:pt x="122" y="1125"/>
                      <a:pt x="183" y="1125"/>
                    </a:cubicBezTo>
                    <a:cubicBezTo>
                      <a:pt x="244" y="1156"/>
                      <a:pt x="305" y="1156"/>
                      <a:pt x="335" y="1156"/>
                    </a:cubicBezTo>
                    <a:cubicBezTo>
                      <a:pt x="487" y="1156"/>
                      <a:pt x="609" y="1125"/>
                      <a:pt x="670" y="1065"/>
                    </a:cubicBezTo>
                    <a:cubicBezTo>
                      <a:pt x="730" y="1004"/>
                      <a:pt x="761" y="943"/>
                      <a:pt x="761" y="821"/>
                    </a:cubicBezTo>
                    <a:cubicBezTo>
                      <a:pt x="761" y="730"/>
                      <a:pt x="761" y="670"/>
                      <a:pt x="700" y="609"/>
                    </a:cubicBezTo>
                    <a:cubicBezTo>
                      <a:pt x="639" y="548"/>
                      <a:pt x="548" y="518"/>
                      <a:pt x="457" y="487"/>
                    </a:cubicBezTo>
                    <a:lnTo>
                      <a:pt x="366" y="487"/>
                    </a:lnTo>
                    <a:cubicBezTo>
                      <a:pt x="274" y="457"/>
                      <a:pt x="214" y="426"/>
                      <a:pt x="183" y="426"/>
                    </a:cubicBezTo>
                    <a:cubicBezTo>
                      <a:pt x="153" y="396"/>
                      <a:pt x="153" y="366"/>
                      <a:pt x="153" y="305"/>
                    </a:cubicBezTo>
                    <a:cubicBezTo>
                      <a:pt x="153" y="244"/>
                      <a:pt x="153" y="214"/>
                      <a:pt x="214" y="183"/>
                    </a:cubicBezTo>
                    <a:cubicBezTo>
                      <a:pt x="244" y="122"/>
                      <a:pt x="305" y="122"/>
                      <a:pt x="396" y="122"/>
                    </a:cubicBezTo>
                    <a:cubicBezTo>
                      <a:pt x="457" y="122"/>
                      <a:pt x="487" y="122"/>
                      <a:pt x="548" y="153"/>
                    </a:cubicBezTo>
                    <a:cubicBezTo>
                      <a:pt x="609" y="153"/>
                      <a:pt x="639" y="183"/>
                      <a:pt x="700" y="214"/>
                    </a:cubicBezTo>
                    <a:lnTo>
                      <a:pt x="700" y="62"/>
                    </a:lnTo>
                    <a:cubicBezTo>
                      <a:pt x="639" y="31"/>
                      <a:pt x="609" y="31"/>
                      <a:pt x="548" y="1"/>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8"/>
              <p:cNvSpPr/>
              <p:nvPr/>
            </p:nvSpPr>
            <p:spPr>
              <a:xfrm>
                <a:off x="5537103" y="1918289"/>
                <a:ext cx="58502" cy="67804"/>
              </a:xfrm>
              <a:custGeom>
                <a:rect b="b" l="l" r="r" t="t"/>
                <a:pathLst>
                  <a:path extrusionOk="0" h="882" w="761">
                    <a:moveTo>
                      <a:pt x="395" y="122"/>
                    </a:moveTo>
                    <a:cubicBezTo>
                      <a:pt x="486" y="122"/>
                      <a:pt x="517" y="152"/>
                      <a:pt x="578" y="183"/>
                    </a:cubicBezTo>
                    <a:cubicBezTo>
                      <a:pt x="608" y="244"/>
                      <a:pt x="638" y="304"/>
                      <a:pt x="638" y="365"/>
                    </a:cubicBezTo>
                    <a:lnTo>
                      <a:pt x="152" y="365"/>
                    </a:lnTo>
                    <a:cubicBezTo>
                      <a:pt x="152" y="274"/>
                      <a:pt x="183" y="213"/>
                      <a:pt x="213" y="183"/>
                    </a:cubicBezTo>
                    <a:cubicBezTo>
                      <a:pt x="274" y="152"/>
                      <a:pt x="335" y="122"/>
                      <a:pt x="395" y="122"/>
                    </a:cubicBezTo>
                    <a:close/>
                    <a:moveTo>
                      <a:pt x="395" y="0"/>
                    </a:moveTo>
                    <a:cubicBezTo>
                      <a:pt x="274" y="0"/>
                      <a:pt x="183" y="31"/>
                      <a:pt x="122" y="122"/>
                    </a:cubicBezTo>
                    <a:cubicBezTo>
                      <a:pt x="31" y="213"/>
                      <a:pt x="0" y="304"/>
                      <a:pt x="0" y="456"/>
                    </a:cubicBezTo>
                    <a:cubicBezTo>
                      <a:pt x="0" y="578"/>
                      <a:pt x="31" y="669"/>
                      <a:pt x="122" y="760"/>
                    </a:cubicBezTo>
                    <a:cubicBezTo>
                      <a:pt x="183" y="851"/>
                      <a:pt x="304" y="882"/>
                      <a:pt x="426" y="882"/>
                    </a:cubicBezTo>
                    <a:cubicBezTo>
                      <a:pt x="486" y="882"/>
                      <a:pt x="547" y="882"/>
                      <a:pt x="578" y="851"/>
                    </a:cubicBezTo>
                    <a:cubicBezTo>
                      <a:pt x="638" y="851"/>
                      <a:pt x="699" y="821"/>
                      <a:pt x="730" y="821"/>
                    </a:cubicBezTo>
                    <a:lnTo>
                      <a:pt x="730" y="669"/>
                    </a:lnTo>
                    <a:cubicBezTo>
                      <a:pt x="699" y="699"/>
                      <a:pt x="638" y="730"/>
                      <a:pt x="578" y="730"/>
                    </a:cubicBezTo>
                    <a:cubicBezTo>
                      <a:pt x="547" y="760"/>
                      <a:pt x="486" y="760"/>
                      <a:pt x="426" y="760"/>
                    </a:cubicBezTo>
                    <a:cubicBezTo>
                      <a:pt x="335" y="760"/>
                      <a:pt x="274" y="730"/>
                      <a:pt x="213" y="699"/>
                    </a:cubicBezTo>
                    <a:cubicBezTo>
                      <a:pt x="183" y="639"/>
                      <a:pt x="152" y="578"/>
                      <a:pt x="152" y="456"/>
                    </a:cubicBezTo>
                    <a:lnTo>
                      <a:pt x="760" y="456"/>
                    </a:lnTo>
                    <a:lnTo>
                      <a:pt x="760" y="396"/>
                    </a:lnTo>
                    <a:cubicBezTo>
                      <a:pt x="760" y="274"/>
                      <a:pt x="730" y="183"/>
                      <a:pt x="669" y="122"/>
                    </a:cubicBezTo>
                    <a:cubicBezTo>
                      <a:pt x="608" y="31"/>
                      <a:pt x="517"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8"/>
              <p:cNvSpPr/>
              <p:nvPr/>
            </p:nvSpPr>
            <p:spPr>
              <a:xfrm>
                <a:off x="5609520" y="1894918"/>
                <a:ext cx="56119" cy="91174"/>
              </a:xfrm>
              <a:custGeom>
                <a:rect b="b" l="l" r="r" t="t"/>
                <a:pathLst>
                  <a:path extrusionOk="0" h="1186" w="730">
                    <a:moveTo>
                      <a:pt x="365" y="426"/>
                    </a:moveTo>
                    <a:cubicBezTo>
                      <a:pt x="426" y="426"/>
                      <a:pt x="487" y="456"/>
                      <a:pt x="548" y="517"/>
                    </a:cubicBezTo>
                    <a:cubicBezTo>
                      <a:pt x="578" y="578"/>
                      <a:pt x="608" y="639"/>
                      <a:pt x="608" y="730"/>
                    </a:cubicBezTo>
                    <a:cubicBezTo>
                      <a:pt x="608" y="851"/>
                      <a:pt x="578" y="912"/>
                      <a:pt x="548" y="973"/>
                    </a:cubicBezTo>
                    <a:cubicBezTo>
                      <a:pt x="487" y="1034"/>
                      <a:pt x="426" y="1064"/>
                      <a:pt x="365" y="1064"/>
                    </a:cubicBezTo>
                    <a:cubicBezTo>
                      <a:pt x="304" y="1064"/>
                      <a:pt x="244" y="1034"/>
                      <a:pt x="183" y="973"/>
                    </a:cubicBezTo>
                    <a:cubicBezTo>
                      <a:pt x="152" y="912"/>
                      <a:pt x="122" y="851"/>
                      <a:pt x="122" y="730"/>
                    </a:cubicBezTo>
                    <a:cubicBezTo>
                      <a:pt x="122" y="639"/>
                      <a:pt x="152" y="578"/>
                      <a:pt x="183" y="517"/>
                    </a:cubicBezTo>
                    <a:cubicBezTo>
                      <a:pt x="244" y="456"/>
                      <a:pt x="304" y="426"/>
                      <a:pt x="365" y="426"/>
                    </a:cubicBezTo>
                    <a:close/>
                    <a:moveTo>
                      <a:pt x="608" y="0"/>
                    </a:moveTo>
                    <a:lnTo>
                      <a:pt x="608" y="456"/>
                    </a:lnTo>
                    <a:cubicBezTo>
                      <a:pt x="578" y="396"/>
                      <a:pt x="548" y="365"/>
                      <a:pt x="487" y="335"/>
                    </a:cubicBezTo>
                    <a:cubicBezTo>
                      <a:pt x="456" y="304"/>
                      <a:pt x="396" y="304"/>
                      <a:pt x="335" y="304"/>
                    </a:cubicBezTo>
                    <a:cubicBezTo>
                      <a:pt x="244" y="304"/>
                      <a:pt x="152" y="335"/>
                      <a:pt x="92" y="426"/>
                    </a:cubicBezTo>
                    <a:cubicBezTo>
                      <a:pt x="31" y="517"/>
                      <a:pt x="0" y="608"/>
                      <a:pt x="0" y="730"/>
                    </a:cubicBezTo>
                    <a:cubicBezTo>
                      <a:pt x="0" y="882"/>
                      <a:pt x="31" y="973"/>
                      <a:pt x="92" y="1064"/>
                    </a:cubicBezTo>
                    <a:cubicBezTo>
                      <a:pt x="152" y="1125"/>
                      <a:pt x="244" y="1186"/>
                      <a:pt x="335" y="1186"/>
                    </a:cubicBezTo>
                    <a:cubicBezTo>
                      <a:pt x="396" y="1186"/>
                      <a:pt x="456" y="1155"/>
                      <a:pt x="487" y="1155"/>
                    </a:cubicBezTo>
                    <a:cubicBezTo>
                      <a:pt x="548" y="1125"/>
                      <a:pt x="578" y="1095"/>
                      <a:pt x="608" y="1034"/>
                    </a:cubicBezTo>
                    <a:lnTo>
                      <a:pt x="608" y="1155"/>
                    </a:lnTo>
                    <a:lnTo>
                      <a:pt x="730" y="1155"/>
                    </a:lnTo>
                    <a:lnTo>
                      <a:pt x="730" y="0"/>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8"/>
              <p:cNvSpPr/>
              <p:nvPr/>
            </p:nvSpPr>
            <p:spPr>
              <a:xfrm>
                <a:off x="5726370" y="1899608"/>
                <a:ext cx="70187" cy="84178"/>
              </a:xfrm>
              <a:custGeom>
                <a:rect b="b" l="l" r="r" t="t"/>
                <a:pathLst>
                  <a:path extrusionOk="0" h="1095" w="913">
                    <a:moveTo>
                      <a:pt x="304" y="122"/>
                    </a:moveTo>
                    <a:cubicBezTo>
                      <a:pt x="456" y="122"/>
                      <a:pt x="578" y="152"/>
                      <a:pt x="639" y="213"/>
                    </a:cubicBezTo>
                    <a:cubicBezTo>
                      <a:pt x="730" y="274"/>
                      <a:pt x="760" y="395"/>
                      <a:pt x="760" y="547"/>
                    </a:cubicBezTo>
                    <a:cubicBezTo>
                      <a:pt x="760" y="699"/>
                      <a:pt x="730" y="790"/>
                      <a:pt x="639" y="882"/>
                    </a:cubicBezTo>
                    <a:cubicBezTo>
                      <a:pt x="578" y="942"/>
                      <a:pt x="456" y="973"/>
                      <a:pt x="304" y="973"/>
                    </a:cubicBezTo>
                    <a:lnTo>
                      <a:pt x="122" y="973"/>
                    </a:lnTo>
                    <a:lnTo>
                      <a:pt x="122" y="122"/>
                    </a:lnTo>
                    <a:close/>
                    <a:moveTo>
                      <a:pt x="0" y="0"/>
                    </a:moveTo>
                    <a:lnTo>
                      <a:pt x="0" y="1094"/>
                    </a:lnTo>
                    <a:lnTo>
                      <a:pt x="304" y="1094"/>
                    </a:lnTo>
                    <a:cubicBezTo>
                      <a:pt x="517" y="1094"/>
                      <a:pt x="669" y="1064"/>
                      <a:pt x="760" y="973"/>
                    </a:cubicBezTo>
                    <a:cubicBezTo>
                      <a:pt x="882" y="882"/>
                      <a:pt x="912" y="730"/>
                      <a:pt x="912" y="547"/>
                    </a:cubicBezTo>
                    <a:cubicBezTo>
                      <a:pt x="912" y="365"/>
                      <a:pt x="882" y="213"/>
                      <a:pt x="760" y="122"/>
                    </a:cubicBezTo>
                    <a:cubicBezTo>
                      <a:pt x="669" y="31"/>
                      <a:pt x="517" y="0"/>
                      <a:pt x="304"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8"/>
              <p:cNvSpPr/>
              <p:nvPr/>
            </p:nvSpPr>
            <p:spPr>
              <a:xfrm>
                <a:off x="5815161" y="1894918"/>
                <a:ext cx="9379" cy="88867"/>
              </a:xfrm>
              <a:custGeom>
                <a:rect b="b" l="l" r="r" t="t"/>
                <a:pathLst>
                  <a:path extrusionOk="0" h="1156" w="122">
                    <a:moveTo>
                      <a:pt x="0" y="0"/>
                    </a:moveTo>
                    <a:lnTo>
                      <a:pt x="0" y="183"/>
                    </a:lnTo>
                    <a:lnTo>
                      <a:pt x="122" y="183"/>
                    </a:lnTo>
                    <a:lnTo>
                      <a:pt x="122" y="0"/>
                    </a:lnTo>
                    <a:close/>
                    <a:moveTo>
                      <a:pt x="0" y="335"/>
                    </a:moveTo>
                    <a:lnTo>
                      <a:pt x="0" y="1155"/>
                    </a:lnTo>
                    <a:lnTo>
                      <a:pt x="122" y="1155"/>
                    </a:lnTo>
                    <a:lnTo>
                      <a:pt x="122" y="335"/>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8"/>
              <p:cNvSpPr/>
              <p:nvPr/>
            </p:nvSpPr>
            <p:spPr>
              <a:xfrm>
                <a:off x="5843144" y="1918289"/>
                <a:ext cx="53889" cy="67804"/>
              </a:xfrm>
              <a:custGeom>
                <a:rect b="b" l="l" r="r" t="t"/>
                <a:pathLst>
                  <a:path extrusionOk="0" h="882" w="701">
                    <a:moveTo>
                      <a:pt x="579" y="426"/>
                    </a:moveTo>
                    <a:lnTo>
                      <a:pt x="579" y="456"/>
                    </a:lnTo>
                    <a:cubicBezTo>
                      <a:pt x="579" y="547"/>
                      <a:pt x="548" y="639"/>
                      <a:pt x="487" y="669"/>
                    </a:cubicBezTo>
                    <a:cubicBezTo>
                      <a:pt x="457" y="730"/>
                      <a:pt x="396" y="760"/>
                      <a:pt x="305" y="760"/>
                    </a:cubicBezTo>
                    <a:cubicBezTo>
                      <a:pt x="275" y="760"/>
                      <a:pt x="214" y="760"/>
                      <a:pt x="183" y="730"/>
                    </a:cubicBezTo>
                    <a:cubicBezTo>
                      <a:pt x="153" y="699"/>
                      <a:pt x="153" y="639"/>
                      <a:pt x="153" y="608"/>
                    </a:cubicBezTo>
                    <a:cubicBezTo>
                      <a:pt x="153" y="547"/>
                      <a:pt x="153" y="487"/>
                      <a:pt x="214" y="487"/>
                    </a:cubicBezTo>
                    <a:cubicBezTo>
                      <a:pt x="244" y="456"/>
                      <a:pt x="335" y="426"/>
                      <a:pt x="427" y="426"/>
                    </a:cubicBezTo>
                    <a:close/>
                    <a:moveTo>
                      <a:pt x="335" y="0"/>
                    </a:moveTo>
                    <a:cubicBezTo>
                      <a:pt x="305" y="0"/>
                      <a:pt x="244" y="0"/>
                      <a:pt x="214" y="31"/>
                    </a:cubicBezTo>
                    <a:cubicBezTo>
                      <a:pt x="153" y="31"/>
                      <a:pt x="123" y="31"/>
                      <a:pt x="62" y="61"/>
                    </a:cubicBezTo>
                    <a:lnTo>
                      <a:pt x="62" y="183"/>
                    </a:lnTo>
                    <a:cubicBezTo>
                      <a:pt x="92" y="152"/>
                      <a:pt x="153" y="152"/>
                      <a:pt x="183" y="122"/>
                    </a:cubicBezTo>
                    <a:lnTo>
                      <a:pt x="335" y="122"/>
                    </a:lnTo>
                    <a:cubicBezTo>
                      <a:pt x="396" y="122"/>
                      <a:pt x="457" y="122"/>
                      <a:pt x="518" y="183"/>
                    </a:cubicBezTo>
                    <a:cubicBezTo>
                      <a:pt x="548" y="213"/>
                      <a:pt x="579" y="244"/>
                      <a:pt x="579" y="304"/>
                    </a:cubicBezTo>
                    <a:lnTo>
                      <a:pt x="579" y="335"/>
                    </a:lnTo>
                    <a:lnTo>
                      <a:pt x="366" y="335"/>
                    </a:lnTo>
                    <a:cubicBezTo>
                      <a:pt x="244" y="335"/>
                      <a:pt x="153" y="365"/>
                      <a:pt x="92" y="396"/>
                    </a:cubicBezTo>
                    <a:cubicBezTo>
                      <a:pt x="31" y="456"/>
                      <a:pt x="1" y="517"/>
                      <a:pt x="1" y="608"/>
                    </a:cubicBezTo>
                    <a:cubicBezTo>
                      <a:pt x="1" y="699"/>
                      <a:pt x="31" y="760"/>
                      <a:pt x="62" y="791"/>
                    </a:cubicBezTo>
                    <a:cubicBezTo>
                      <a:pt x="123" y="851"/>
                      <a:pt x="183" y="882"/>
                      <a:pt x="275" y="882"/>
                    </a:cubicBezTo>
                    <a:cubicBezTo>
                      <a:pt x="335" y="882"/>
                      <a:pt x="396" y="851"/>
                      <a:pt x="457" y="851"/>
                    </a:cubicBezTo>
                    <a:cubicBezTo>
                      <a:pt x="487" y="821"/>
                      <a:pt x="548" y="791"/>
                      <a:pt x="579" y="730"/>
                    </a:cubicBezTo>
                    <a:lnTo>
                      <a:pt x="579" y="851"/>
                    </a:lnTo>
                    <a:lnTo>
                      <a:pt x="700" y="851"/>
                    </a:lnTo>
                    <a:lnTo>
                      <a:pt x="700" y="365"/>
                    </a:lnTo>
                    <a:cubicBezTo>
                      <a:pt x="700" y="244"/>
                      <a:pt x="670" y="152"/>
                      <a:pt x="609" y="92"/>
                    </a:cubicBezTo>
                    <a:cubicBezTo>
                      <a:pt x="548" y="31"/>
                      <a:pt x="457" y="0"/>
                      <a:pt x="33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8"/>
              <p:cNvSpPr/>
              <p:nvPr/>
            </p:nvSpPr>
            <p:spPr>
              <a:xfrm>
                <a:off x="5917943" y="1918289"/>
                <a:ext cx="93557" cy="65497"/>
              </a:xfrm>
              <a:custGeom>
                <a:rect b="b" l="l" r="r" t="t"/>
                <a:pathLst>
                  <a:path extrusionOk="0" h="852" w="1217">
                    <a:moveTo>
                      <a:pt x="396" y="0"/>
                    </a:moveTo>
                    <a:cubicBezTo>
                      <a:pt x="365" y="0"/>
                      <a:pt x="305" y="0"/>
                      <a:pt x="244" y="31"/>
                    </a:cubicBezTo>
                    <a:cubicBezTo>
                      <a:pt x="213" y="61"/>
                      <a:pt x="183" y="92"/>
                      <a:pt x="153" y="152"/>
                    </a:cubicBezTo>
                    <a:lnTo>
                      <a:pt x="153" y="31"/>
                    </a:lnTo>
                    <a:lnTo>
                      <a:pt x="1" y="31"/>
                    </a:lnTo>
                    <a:lnTo>
                      <a:pt x="1" y="851"/>
                    </a:lnTo>
                    <a:lnTo>
                      <a:pt x="153" y="851"/>
                    </a:lnTo>
                    <a:lnTo>
                      <a:pt x="153" y="396"/>
                    </a:lnTo>
                    <a:cubicBezTo>
                      <a:pt x="153" y="304"/>
                      <a:pt x="153" y="244"/>
                      <a:pt x="213" y="183"/>
                    </a:cubicBezTo>
                    <a:cubicBezTo>
                      <a:pt x="244" y="152"/>
                      <a:pt x="305" y="122"/>
                      <a:pt x="365" y="122"/>
                    </a:cubicBezTo>
                    <a:cubicBezTo>
                      <a:pt x="426" y="122"/>
                      <a:pt x="487" y="152"/>
                      <a:pt x="517" y="183"/>
                    </a:cubicBezTo>
                    <a:cubicBezTo>
                      <a:pt x="517" y="213"/>
                      <a:pt x="548" y="274"/>
                      <a:pt x="548" y="365"/>
                    </a:cubicBezTo>
                    <a:lnTo>
                      <a:pt x="548" y="851"/>
                    </a:lnTo>
                    <a:lnTo>
                      <a:pt x="669" y="851"/>
                    </a:lnTo>
                    <a:lnTo>
                      <a:pt x="669" y="396"/>
                    </a:lnTo>
                    <a:cubicBezTo>
                      <a:pt x="669" y="304"/>
                      <a:pt x="700" y="244"/>
                      <a:pt x="730" y="183"/>
                    </a:cubicBezTo>
                    <a:cubicBezTo>
                      <a:pt x="791" y="152"/>
                      <a:pt x="852" y="122"/>
                      <a:pt x="913" y="122"/>
                    </a:cubicBezTo>
                    <a:cubicBezTo>
                      <a:pt x="973" y="122"/>
                      <a:pt x="1004" y="152"/>
                      <a:pt x="1034" y="183"/>
                    </a:cubicBezTo>
                    <a:cubicBezTo>
                      <a:pt x="1065" y="213"/>
                      <a:pt x="1095" y="274"/>
                      <a:pt x="1095" y="365"/>
                    </a:cubicBezTo>
                    <a:lnTo>
                      <a:pt x="1095" y="851"/>
                    </a:lnTo>
                    <a:lnTo>
                      <a:pt x="1216" y="851"/>
                    </a:lnTo>
                    <a:lnTo>
                      <a:pt x="1216" y="365"/>
                    </a:lnTo>
                    <a:cubicBezTo>
                      <a:pt x="1216" y="244"/>
                      <a:pt x="1186" y="152"/>
                      <a:pt x="1156" y="92"/>
                    </a:cubicBezTo>
                    <a:cubicBezTo>
                      <a:pt x="1095" y="31"/>
                      <a:pt x="1034" y="0"/>
                      <a:pt x="943" y="0"/>
                    </a:cubicBezTo>
                    <a:cubicBezTo>
                      <a:pt x="882" y="0"/>
                      <a:pt x="821" y="31"/>
                      <a:pt x="791" y="61"/>
                    </a:cubicBezTo>
                    <a:cubicBezTo>
                      <a:pt x="730" y="61"/>
                      <a:pt x="700" y="122"/>
                      <a:pt x="669" y="183"/>
                    </a:cubicBezTo>
                    <a:cubicBezTo>
                      <a:pt x="639" y="122"/>
                      <a:pt x="609" y="92"/>
                      <a:pt x="578" y="61"/>
                    </a:cubicBezTo>
                    <a:cubicBezTo>
                      <a:pt x="517" y="31"/>
                      <a:pt x="457" y="0"/>
                      <a:pt x="396"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8"/>
              <p:cNvSpPr/>
              <p:nvPr/>
            </p:nvSpPr>
            <p:spPr>
              <a:xfrm>
                <a:off x="6069849" y="1899608"/>
                <a:ext cx="65497" cy="84178"/>
              </a:xfrm>
              <a:custGeom>
                <a:rect b="b" l="l" r="r" t="t"/>
                <a:pathLst>
                  <a:path extrusionOk="0" h="1095" w="852">
                    <a:moveTo>
                      <a:pt x="0" y="0"/>
                    </a:moveTo>
                    <a:lnTo>
                      <a:pt x="0" y="1094"/>
                    </a:lnTo>
                    <a:lnTo>
                      <a:pt x="152" y="1094"/>
                    </a:lnTo>
                    <a:lnTo>
                      <a:pt x="152" y="183"/>
                    </a:lnTo>
                    <a:lnTo>
                      <a:pt x="639" y="1094"/>
                    </a:lnTo>
                    <a:lnTo>
                      <a:pt x="851" y="1094"/>
                    </a:lnTo>
                    <a:lnTo>
                      <a:pt x="851" y="0"/>
                    </a:lnTo>
                    <a:lnTo>
                      <a:pt x="699" y="0"/>
                    </a:lnTo>
                    <a:lnTo>
                      <a:pt x="699" y="912"/>
                    </a:lnTo>
                    <a:lnTo>
                      <a:pt x="213" y="0"/>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8"/>
              <p:cNvSpPr/>
              <p:nvPr/>
            </p:nvSpPr>
            <p:spPr>
              <a:xfrm>
                <a:off x="6151644" y="1918289"/>
                <a:ext cx="60808" cy="67804"/>
              </a:xfrm>
              <a:custGeom>
                <a:rect b="b" l="l" r="r" t="t"/>
                <a:pathLst>
                  <a:path extrusionOk="0" h="882" w="791">
                    <a:moveTo>
                      <a:pt x="395" y="122"/>
                    </a:moveTo>
                    <a:cubicBezTo>
                      <a:pt x="456" y="122"/>
                      <a:pt x="517" y="152"/>
                      <a:pt x="578" y="213"/>
                    </a:cubicBezTo>
                    <a:cubicBezTo>
                      <a:pt x="608" y="274"/>
                      <a:pt x="639" y="335"/>
                      <a:pt x="639" y="426"/>
                    </a:cubicBezTo>
                    <a:cubicBezTo>
                      <a:pt x="639" y="547"/>
                      <a:pt x="608" y="608"/>
                      <a:pt x="578" y="669"/>
                    </a:cubicBezTo>
                    <a:cubicBezTo>
                      <a:pt x="517" y="730"/>
                      <a:pt x="456" y="760"/>
                      <a:pt x="395" y="760"/>
                    </a:cubicBezTo>
                    <a:cubicBezTo>
                      <a:pt x="335" y="760"/>
                      <a:pt x="274" y="730"/>
                      <a:pt x="213" y="669"/>
                    </a:cubicBezTo>
                    <a:cubicBezTo>
                      <a:pt x="183" y="608"/>
                      <a:pt x="152" y="547"/>
                      <a:pt x="152" y="426"/>
                    </a:cubicBezTo>
                    <a:cubicBezTo>
                      <a:pt x="152" y="335"/>
                      <a:pt x="183" y="274"/>
                      <a:pt x="213" y="213"/>
                    </a:cubicBezTo>
                    <a:cubicBezTo>
                      <a:pt x="274" y="152"/>
                      <a:pt x="335" y="122"/>
                      <a:pt x="395" y="122"/>
                    </a:cubicBezTo>
                    <a:close/>
                    <a:moveTo>
                      <a:pt x="395" y="0"/>
                    </a:moveTo>
                    <a:cubicBezTo>
                      <a:pt x="274" y="0"/>
                      <a:pt x="183" y="31"/>
                      <a:pt x="122" y="122"/>
                    </a:cubicBezTo>
                    <a:cubicBezTo>
                      <a:pt x="61" y="183"/>
                      <a:pt x="0" y="304"/>
                      <a:pt x="0" y="426"/>
                    </a:cubicBezTo>
                    <a:cubicBezTo>
                      <a:pt x="0" y="578"/>
                      <a:pt x="61" y="669"/>
                      <a:pt x="122" y="760"/>
                    </a:cubicBezTo>
                    <a:cubicBezTo>
                      <a:pt x="183" y="851"/>
                      <a:pt x="274" y="882"/>
                      <a:pt x="395" y="882"/>
                    </a:cubicBezTo>
                    <a:cubicBezTo>
                      <a:pt x="517" y="882"/>
                      <a:pt x="608" y="851"/>
                      <a:pt x="669" y="760"/>
                    </a:cubicBezTo>
                    <a:cubicBezTo>
                      <a:pt x="730" y="669"/>
                      <a:pt x="791" y="578"/>
                      <a:pt x="791" y="426"/>
                    </a:cubicBezTo>
                    <a:cubicBezTo>
                      <a:pt x="791" y="304"/>
                      <a:pt x="730" y="183"/>
                      <a:pt x="669" y="122"/>
                    </a:cubicBezTo>
                    <a:cubicBezTo>
                      <a:pt x="608" y="31"/>
                      <a:pt x="517"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8"/>
              <p:cNvSpPr/>
              <p:nvPr/>
            </p:nvSpPr>
            <p:spPr>
              <a:xfrm>
                <a:off x="6228750" y="1918289"/>
                <a:ext cx="53813" cy="65497"/>
              </a:xfrm>
              <a:custGeom>
                <a:rect b="b" l="l" r="r" t="t"/>
                <a:pathLst>
                  <a:path extrusionOk="0" h="852" w="700">
                    <a:moveTo>
                      <a:pt x="395" y="0"/>
                    </a:moveTo>
                    <a:cubicBezTo>
                      <a:pt x="335" y="0"/>
                      <a:pt x="304" y="0"/>
                      <a:pt x="243" y="31"/>
                    </a:cubicBezTo>
                    <a:cubicBezTo>
                      <a:pt x="213" y="61"/>
                      <a:pt x="152" y="92"/>
                      <a:pt x="122" y="152"/>
                    </a:cubicBezTo>
                    <a:lnTo>
                      <a:pt x="122" y="31"/>
                    </a:lnTo>
                    <a:lnTo>
                      <a:pt x="0" y="31"/>
                    </a:lnTo>
                    <a:lnTo>
                      <a:pt x="0" y="851"/>
                    </a:lnTo>
                    <a:lnTo>
                      <a:pt x="122" y="851"/>
                    </a:lnTo>
                    <a:lnTo>
                      <a:pt x="122" y="396"/>
                    </a:lnTo>
                    <a:cubicBezTo>
                      <a:pt x="122" y="304"/>
                      <a:pt x="152" y="244"/>
                      <a:pt x="183" y="183"/>
                    </a:cubicBezTo>
                    <a:cubicBezTo>
                      <a:pt x="243" y="152"/>
                      <a:pt x="304" y="122"/>
                      <a:pt x="365" y="122"/>
                    </a:cubicBezTo>
                    <a:cubicBezTo>
                      <a:pt x="426" y="122"/>
                      <a:pt x="487" y="152"/>
                      <a:pt x="517" y="183"/>
                    </a:cubicBezTo>
                    <a:cubicBezTo>
                      <a:pt x="547" y="213"/>
                      <a:pt x="547" y="274"/>
                      <a:pt x="547" y="365"/>
                    </a:cubicBezTo>
                    <a:lnTo>
                      <a:pt x="547" y="851"/>
                    </a:lnTo>
                    <a:lnTo>
                      <a:pt x="699" y="851"/>
                    </a:lnTo>
                    <a:lnTo>
                      <a:pt x="699" y="365"/>
                    </a:lnTo>
                    <a:cubicBezTo>
                      <a:pt x="699" y="244"/>
                      <a:pt x="669" y="152"/>
                      <a:pt x="608" y="92"/>
                    </a:cubicBezTo>
                    <a:cubicBezTo>
                      <a:pt x="578" y="31"/>
                      <a:pt x="487"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8"/>
              <p:cNvSpPr/>
              <p:nvPr/>
            </p:nvSpPr>
            <p:spPr>
              <a:xfrm>
                <a:off x="6301167" y="1920595"/>
                <a:ext cx="53813" cy="65497"/>
              </a:xfrm>
              <a:custGeom>
                <a:rect b="b" l="l" r="r" t="t"/>
                <a:pathLst>
                  <a:path extrusionOk="0" h="852" w="700">
                    <a:moveTo>
                      <a:pt x="1" y="1"/>
                    </a:moveTo>
                    <a:lnTo>
                      <a:pt x="1" y="487"/>
                    </a:lnTo>
                    <a:cubicBezTo>
                      <a:pt x="1" y="609"/>
                      <a:pt x="31" y="700"/>
                      <a:pt x="92" y="761"/>
                    </a:cubicBezTo>
                    <a:cubicBezTo>
                      <a:pt x="122" y="821"/>
                      <a:pt x="213" y="852"/>
                      <a:pt x="305" y="852"/>
                    </a:cubicBezTo>
                    <a:cubicBezTo>
                      <a:pt x="365" y="852"/>
                      <a:pt x="396" y="821"/>
                      <a:pt x="456" y="821"/>
                    </a:cubicBezTo>
                    <a:cubicBezTo>
                      <a:pt x="487" y="791"/>
                      <a:pt x="517" y="761"/>
                      <a:pt x="578" y="700"/>
                    </a:cubicBezTo>
                    <a:lnTo>
                      <a:pt x="578" y="821"/>
                    </a:lnTo>
                    <a:lnTo>
                      <a:pt x="700" y="821"/>
                    </a:lnTo>
                    <a:lnTo>
                      <a:pt x="700" y="1"/>
                    </a:lnTo>
                    <a:lnTo>
                      <a:pt x="578" y="1"/>
                    </a:lnTo>
                    <a:lnTo>
                      <a:pt x="578" y="457"/>
                    </a:lnTo>
                    <a:cubicBezTo>
                      <a:pt x="578" y="548"/>
                      <a:pt x="548" y="609"/>
                      <a:pt x="487" y="669"/>
                    </a:cubicBezTo>
                    <a:cubicBezTo>
                      <a:pt x="456" y="700"/>
                      <a:pt x="396" y="730"/>
                      <a:pt x="335" y="730"/>
                    </a:cubicBezTo>
                    <a:cubicBezTo>
                      <a:pt x="274" y="730"/>
                      <a:pt x="213" y="700"/>
                      <a:pt x="183" y="669"/>
                    </a:cubicBezTo>
                    <a:cubicBezTo>
                      <a:pt x="153" y="639"/>
                      <a:pt x="153" y="578"/>
                      <a:pt x="153" y="487"/>
                    </a:cubicBezTo>
                    <a:lnTo>
                      <a:pt x="153" y="1"/>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8"/>
              <p:cNvSpPr/>
              <p:nvPr/>
            </p:nvSpPr>
            <p:spPr>
              <a:xfrm>
                <a:off x="6375966" y="1918289"/>
                <a:ext cx="93557" cy="65497"/>
              </a:xfrm>
              <a:custGeom>
                <a:rect b="b" l="l" r="r" t="t"/>
                <a:pathLst>
                  <a:path extrusionOk="0" h="852" w="1217">
                    <a:moveTo>
                      <a:pt x="395" y="0"/>
                    </a:moveTo>
                    <a:cubicBezTo>
                      <a:pt x="365" y="0"/>
                      <a:pt x="304" y="0"/>
                      <a:pt x="243" y="31"/>
                    </a:cubicBezTo>
                    <a:cubicBezTo>
                      <a:pt x="213" y="61"/>
                      <a:pt x="183" y="92"/>
                      <a:pt x="152" y="152"/>
                    </a:cubicBezTo>
                    <a:lnTo>
                      <a:pt x="152" y="31"/>
                    </a:lnTo>
                    <a:lnTo>
                      <a:pt x="0" y="31"/>
                    </a:lnTo>
                    <a:lnTo>
                      <a:pt x="0" y="851"/>
                    </a:lnTo>
                    <a:lnTo>
                      <a:pt x="152" y="851"/>
                    </a:lnTo>
                    <a:lnTo>
                      <a:pt x="152" y="396"/>
                    </a:lnTo>
                    <a:cubicBezTo>
                      <a:pt x="152" y="304"/>
                      <a:pt x="152" y="244"/>
                      <a:pt x="213" y="183"/>
                    </a:cubicBezTo>
                    <a:cubicBezTo>
                      <a:pt x="243" y="152"/>
                      <a:pt x="304" y="122"/>
                      <a:pt x="365" y="122"/>
                    </a:cubicBezTo>
                    <a:cubicBezTo>
                      <a:pt x="426" y="122"/>
                      <a:pt x="487" y="152"/>
                      <a:pt x="487" y="183"/>
                    </a:cubicBezTo>
                    <a:cubicBezTo>
                      <a:pt x="517" y="213"/>
                      <a:pt x="547" y="274"/>
                      <a:pt x="547" y="365"/>
                    </a:cubicBezTo>
                    <a:lnTo>
                      <a:pt x="547" y="851"/>
                    </a:lnTo>
                    <a:lnTo>
                      <a:pt x="669" y="851"/>
                    </a:lnTo>
                    <a:lnTo>
                      <a:pt x="669" y="396"/>
                    </a:lnTo>
                    <a:cubicBezTo>
                      <a:pt x="669" y="304"/>
                      <a:pt x="699" y="244"/>
                      <a:pt x="730" y="183"/>
                    </a:cubicBezTo>
                    <a:cubicBezTo>
                      <a:pt x="791" y="152"/>
                      <a:pt x="851" y="122"/>
                      <a:pt x="912" y="122"/>
                    </a:cubicBezTo>
                    <a:cubicBezTo>
                      <a:pt x="973" y="122"/>
                      <a:pt x="1003" y="152"/>
                      <a:pt x="1034" y="183"/>
                    </a:cubicBezTo>
                    <a:cubicBezTo>
                      <a:pt x="1064" y="213"/>
                      <a:pt x="1094" y="274"/>
                      <a:pt x="1094" y="365"/>
                    </a:cubicBezTo>
                    <a:lnTo>
                      <a:pt x="1094" y="851"/>
                    </a:lnTo>
                    <a:lnTo>
                      <a:pt x="1216" y="851"/>
                    </a:lnTo>
                    <a:lnTo>
                      <a:pt x="1216" y="365"/>
                    </a:lnTo>
                    <a:cubicBezTo>
                      <a:pt x="1216" y="244"/>
                      <a:pt x="1186" y="152"/>
                      <a:pt x="1155" y="92"/>
                    </a:cubicBezTo>
                    <a:cubicBezTo>
                      <a:pt x="1094" y="31"/>
                      <a:pt x="1034" y="0"/>
                      <a:pt x="942" y="0"/>
                    </a:cubicBezTo>
                    <a:cubicBezTo>
                      <a:pt x="882" y="0"/>
                      <a:pt x="821" y="31"/>
                      <a:pt x="791" y="61"/>
                    </a:cubicBezTo>
                    <a:cubicBezTo>
                      <a:pt x="730" y="61"/>
                      <a:pt x="699" y="122"/>
                      <a:pt x="669" y="183"/>
                    </a:cubicBezTo>
                    <a:cubicBezTo>
                      <a:pt x="639" y="122"/>
                      <a:pt x="608" y="92"/>
                      <a:pt x="578" y="61"/>
                    </a:cubicBezTo>
                    <a:cubicBezTo>
                      <a:pt x="517" y="31"/>
                      <a:pt x="456" y="0"/>
                      <a:pt x="395"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8"/>
              <p:cNvSpPr/>
              <p:nvPr/>
            </p:nvSpPr>
            <p:spPr>
              <a:xfrm>
                <a:off x="6490434" y="1918289"/>
                <a:ext cx="93557" cy="65497"/>
              </a:xfrm>
              <a:custGeom>
                <a:rect b="b" l="l" r="r" t="t"/>
                <a:pathLst>
                  <a:path extrusionOk="0" h="852" w="1217">
                    <a:moveTo>
                      <a:pt x="396" y="0"/>
                    </a:moveTo>
                    <a:cubicBezTo>
                      <a:pt x="335" y="0"/>
                      <a:pt x="305" y="0"/>
                      <a:pt x="244" y="31"/>
                    </a:cubicBezTo>
                    <a:cubicBezTo>
                      <a:pt x="213" y="61"/>
                      <a:pt x="153" y="92"/>
                      <a:pt x="122" y="152"/>
                    </a:cubicBezTo>
                    <a:lnTo>
                      <a:pt x="122" y="31"/>
                    </a:lnTo>
                    <a:lnTo>
                      <a:pt x="1" y="31"/>
                    </a:lnTo>
                    <a:lnTo>
                      <a:pt x="1" y="851"/>
                    </a:lnTo>
                    <a:lnTo>
                      <a:pt x="122" y="851"/>
                    </a:lnTo>
                    <a:lnTo>
                      <a:pt x="122" y="396"/>
                    </a:lnTo>
                    <a:cubicBezTo>
                      <a:pt x="122" y="304"/>
                      <a:pt x="153" y="244"/>
                      <a:pt x="183" y="183"/>
                    </a:cubicBezTo>
                    <a:cubicBezTo>
                      <a:pt x="244" y="152"/>
                      <a:pt x="305" y="122"/>
                      <a:pt x="365" y="122"/>
                    </a:cubicBezTo>
                    <a:cubicBezTo>
                      <a:pt x="426" y="122"/>
                      <a:pt x="457" y="152"/>
                      <a:pt x="487" y="183"/>
                    </a:cubicBezTo>
                    <a:cubicBezTo>
                      <a:pt x="517" y="213"/>
                      <a:pt x="548" y="274"/>
                      <a:pt x="548" y="365"/>
                    </a:cubicBezTo>
                    <a:lnTo>
                      <a:pt x="548" y="851"/>
                    </a:lnTo>
                    <a:lnTo>
                      <a:pt x="669" y="851"/>
                    </a:lnTo>
                    <a:lnTo>
                      <a:pt x="669" y="396"/>
                    </a:lnTo>
                    <a:cubicBezTo>
                      <a:pt x="669" y="304"/>
                      <a:pt x="700" y="244"/>
                      <a:pt x="730" y="183"/>
                    </a:cubicBezTo>
                    <a:cubicBezTo>
                      <a:pt x="761" y="152"/>
                      <a:pt x="821" y="122"/>
                      <a:pt x="912" y="122"/>
                    </a:cubicBezTo>
                    <a:cubicBezTo>
                      <a:pt x="973" y="122"/>
                      <a:pt x="1004" y="152"/>
                      <a:pt x="1034" y="183"/>
                    </a:cubicBezTo>
                    <a:cubicBezTo>
                      <a:pt x="1064" y="213"/>
                      <a:pt x="1064" y="274"/>
                      <a:pt x="1064" y="365"/>
                    </a:cubicBezTo>
                    <a:lnTo>
                      <a:pt x="1064" y="851"/>
                    </a:lnTo>
                    <a:lnTo>
                      <a:pt x="1216" y="851"/>
                    </a:lnTo>
                    <a:lnTo>
                      <a:pt x="1216" y="365"/>
                    </a:lnTo>
                    <a:cubicBezTo>
                      <a:pt x="1216" y="244"/>
                      <a:pt x="1186" y="152"/>
                      <a:pt x="1125" y="92"/>
                    </a:cubicBezTo>
                    <a:cubicBezTo>
                      <a:pt x="1095" y="31"/>
                      <a:pt x="1034" y="0"/>
                      <a:pt x="943" y="0"/>
                    </a:cubicBezTo>
                    <a:cubicBezTo>
                      <a:pt x="882" y="0"/>
                      <a:pt x="821" y="31"/>
                      <a:pt x="761" y="61"/>
                    </a:cubicBezTo>
                    <a:cubicBezTo>
                      <a:pt x="730" y="61"/>
                      <a:pt x="669" y="122"/>
                      <a:pt x="639" y="183"/>
                    </a:cubicBezTo>
                    <a:cubicBezTo>
                      <a:pt x="639" y="122"/>
                      <a:pt x="609" y="92"/>
                      <a:pt x="548" y="61"/>
                    </a:cubicBezTo>
                    <a:cubicBezTo>
                      <a:pt x="517" y="31"/>
                      <a:pt x="457" y="0"/>
                      <a:pt x="396" y="0"/>
                    </a:cubicBez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8"/>
              <p:cNvSpPr/>
              <p:nvPr/>
            </p:nvSpPr>
            <p:spPr>
              <a:xfrm>
                <a:off x="6597905" y="1920595"/>
                <a:ext cx="60885" cy="86561"/>
              </a:xfrm>
              <a:custGeom>
                <a:rect b="b" l="l" r="r" t="t"/>
                <a:pathLst>
                  <a:path extrusionOk="0" h="1126" w="792">
                    <a:moveTo>
                      <a:pt x="1" y="1"/>
                    </a:moveTo>
                    <a:lnTo>
                      <a:pt x="335" y="821"/>
                    </a:lnTo>
                    <a:lnTo>
                      <a:pt x="305" y="882"/>
                    </a:lnTo>
                    <a:cubicBezTo>
                      <a:pt x="274" y="943"/>
                      <a:pt x="244" y="973"/>
                      <a:pt x="244" y="1004"/>
                    </a:cubicBezTo>
                    <a:cubicBezTo>
                      <a:pt x="214" y="1004"/>
                      <a:pt x="183" y="1034"/>
                      <a:pt x="153" y="1034"/>
                    </a:cubicBezTo>
                    <a:lnTo>
                      <a:pt x="62" y="1034"/>
                    </a:lnTo>
                    <a:lnTo>
                      <a:pt x="62" y="1125"/>
                    </a:lnTo>
                    <a:lnTo>
                      <a:pt x="183" y="1125"/>
                    </a:lnTo>
                    <a:cubicBezTo>
                      <a:pt x="244" y="1125"/>
                      <a:pt x="274" y="1125"/>
                      <a:pt x="305" y="1095"/>
                    </a:cubicBezTo>
                    <a:cubicBezTo>
                      <a:pt x="366" y="1065"/>
                      <a:pt x="396" y="1004"/>
                      <a:pt x="426" y="913"/>
                    </a:cubicBezTo>
                    <a:lnTo>
                      <a:pt x="791" y="1"/>
                    </a:lnTo>
                    <a:lnTo>
                      <a:pt x="639" y="1"/>
                    </a:lnTo>
                    <a:lnTo>
                      <a:pt x="396" y="639"/>
                    </a:lnTo>
                    <a:lnTo>
                      <a:pt x="122" y="1"/>
                    </a:lnTo>
                    <a:close/>
                  </a:path>
                </a:pathLst>
              </a:custGeom>
              <a:solidFill>
                <a:srgbClr val="3D465E"/>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8"/>
              <p:cNvSpPr/>
              <p:nvPr/>
            </p:nvSpPr>
            <p:spPr>
              <a:xfrm>
                <a:off x="5282416" y="1254625"/>
                <a:ext cx="2600758" cy="2818084"/>
              </a:xfrm>
              <a:custGeom>
                <a:rect b="b" l="l" r="r" t="t"/>
                <a:pathLst>
                  <a:path extrusionOk="0" h="36658" w="33831">
                    <a:moveTo>
                      <a:pt x="32037" y="36657"/>
                    </a:moveTo>
                    <a:lnTo>
                      <a:pt x="1793" y="36657"/>
                    </a:lnTo>
                    <a:cubicBezTo>
                      <a:pt x="790" y="36657"/>
                      <a:pt x="0" y="35867"/>
                      <a:pt x="0" y="34864"/>
                    </a:cubicBezTo>
                    <a:lnTo>
                      <a:pt x="0" y="1793"/>
                    </a:lnTo>
                    <a:cubicBezTo>
                      <a:pt x="0" y="790"/>
                      <a:pt x="790" y="0"/>
                      <a:pt x="1793" y="0"/>
                    </a:cubicBezTo>
                    <a:lnTo>
                      <a:pt x="32037" y="0"/>
                    </a:lnTo>
                    <a:cubicBezTo>
                      <a:pt x="33040" y="0"/>
                      <a:pt x="33830" y="790"/>
                      <a:pt x="33830" y="1793"/>
                    </a:cubicBezTo>
                    <a:lnTo>
                      <a:pt x="33830" y="34864"/>
                    </a:lnTo>
                    <a:cubicBezTo>
                      <a:pt x="33830" y="35867"/>
                      <a:pt x="33040" y="36657"/>
                      <a:pt x="32037" y="36657"/>
                    </a:cubicBezTo>
                    <a:close/>
                  </a:path>
                </a:pathLst>
              </a:custGeom>
              <a:gradFill>
                <a:gsLst>
                  <a:gs pos="0">
                    <a:schemeClr val="accent4"/>
                  </a:gs>
                  <a:gs pos="100000">
                    <a:schemeClr val="accent3"/>
                  </a:gs>
                </a:gsLst>
                <a:lin ang="10800025" scaled="0"/>
              </a:gra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8"/>
              <p:cNvSpPr/>
              <p:nvPr/>
            </p:nvSpPr>
            <p:spPr>
              <a:xfrm>
                <a:off x="5282416" y="1714878"/>
                <a:ext cx="2591379" cy="77"/>
              </a:xfrm>
              <a:custGeom>
                <a:rect b="b" l="l" r="r" t="t"/>
                <a:pathLst>
                  <a:path extrusionOk="0" fill="none" h="1" w="33709">
                    <a:moveTo>
                      <a:pt x="0" y="1"/>
                    </a:moveTo>
                    <a:lnTo>
                      <a:pt x="33709"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8"/>
              <p:cNvSpPr/>
              <p:nvPr/>
            </p:nvSpPr>
            <p:spPr>
              <a:xfrm>
                <a:off x="5457614" y="1425135"/>
                <a:ext cx="105242" cy="105242"/>
              </a:xfrm>
              <a:custGeom>
                <a:rect b="b" l="l" r="r" t="t"/>
                <a:pathLst>
                  <a:path extrusionOk="0" fill="none" h="1369" w="1369">
                    <a:moveTo>
                      <a:pt x="1369" y="700"/>
                    </a:moveTo>
                    <a:cubicBezTo>
                      <a:pt x="1369" y="305"/>
                      <a:pt x="1065" y="1"/>
                      <a:pt x="669" y="1"/>
                    </a:cubicBezTo>
                    <a:cubicBezTo>
                      <a:pt x="305" y="1"/>
                      <a:pt x="1" y="305"/>
                      <a:pt x="1" y="700"/>
                    </a:cubicBezTo>
                    <a:cubicBezTo>
                      <a:pt x="1" y="1065"/>
                      <a:pt x="305" y="1369"/>
                      <a:pt x="669" y="1369"/>
                    </a:cubicBezTo>
                    <a:cubicBezTo>
                      <a:pt x="1065" y="1369"/>
                      <a:pt x="1369" y="1065"/>
                      <a:pt x="136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8"/>
              <p:cNvSpPr/>
              <p:nvPr/>
            </p:nvSpPr>
            <p:spPr>
              <a:xfrm>
                <a:off x="5660949" y="1425135"/>
                <a:ext cx="107548" cy="105242"/>
              </a:xfrm>
              <a:custGeom>
                <a:rect b="b" l="l" r="r" t="t"/>
                <a:pathLst>
                  <a:path extrusionOk="0" fill="none" h="1369" w="1399">
                    <a:moveTo>
                      <a:pt x="1398" y="700"/>
                    </a:moveTo>
                    <a:cubicBezTo>
                      <a:pt x="1398" y="305"/>
                      <a:pt x="1094" y="1"/>
                      <a:pt x="699" y="1"/>
                    </a:cubicBezTo>
                    <a:cubicBezTo>
                      <a:pt x="334" y="1"/>
                      <a:pt x="0" y="305"/>
                      <a:pt x="0" y="700"/>
                    </a:cubicBezTo>
                    <a:cubicBezTo>
                      <a:pt x="0" y="1065"/>
                      <a:pt x="334" y="1369"/>
                      <a:pt x="699" y="1369"/>
                    </a:cubicBezTo>
                    <a:cubicBezTo>
                      <a:pt x="1094" y="1369"/>
                      <a:pt x="1398" y="1065"/>
                      <a:pt x="1398"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8"/>
              <p:cNvSpPr/>
              <p:nvPr/>
            </p:nvSpPr>
            <p:spPr>
              <a:xfrm>
                <a:off x="5866514" y="1425135"/>
                <a:ext cx="107625" cy="105242"/>
              </a:xfrm>
              <a:custGeom>
                <a:rect b="b" l="l" r="r" t="t"/>
                <a:pathLst>
                  <a:path extrusionOk="0" fill="none" h="1369" w="1400">
                    <a:moveTo>
                      <a:pt x="1399" y="700"/>
                    </a:moveTo>
                    <a:cubicBezTo>
                      <a:pt x="1399" y="305"/>
                      <a:pt x="1065" y="1"/>
                      <a:pt x="700" y="1"/>
                    </a:cubicBezTo>
                    <a:cubicBezTo>
                      <a:pt x="305" y="1"/>
                      <a:pt x="1" y="305"/>
                      <a:pt x="1" y="700"/>
                    </a:cubicBezTo>
                    <a:cubicBezTo>
                      <a:pt x="1" y="1065"/>
                      <a:pt x="305" y="1369"/>
                      <a:pt x="700" y="1369"/>
                    </a:cubicBezTo>
                    <a:cubicBezTo>
                      <a:pt x="1065" y="1369"/>
                      <a:pt x="1399" y="1065"/>
                      <a:pt x="1399" y="700"/>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8"/>
              <p:cNvSpPr/>
              <p:nvPr/>
            </p:nvSpPr>
            <p:spPr>
              <a:xfrm>
                <a:off x="5455308" y="2207957"/>
                <a:ext cx="2268966" cy="460404"/>
              </a:xfrm>
              <a:custGeom>
                <a:rect b="b" l="l" r="r" t="t"/>
                <a:pathLst>
                  <a:path extrusionOk="0" h="5989" w="29515">
                    <a:moveTo>
                      <a:pt x="1915" y="0"/>
                    </a:moveTo>
                    <a:cubicBezTo>
                      <a:pt x="851" y="0"/>
                      <a:pt x="0" y="851"/>
                      <a:pt x="0" y="1915"/>
                    </a:cubicBezTo>
                    <a:lnTo>
                      <a:pt x="0" y="4073"/>
                    </a:lnTo>
                    <a:cubicBezTo>
                      <a:pt x="0" y="5137"/>
                      <a:pt x="851" y="5988"/>
                      <a:pt x="1915" y="5988"/>
                    </a:cubicBezTo>
                    <a:lnTo>
                      <a:pt x="27600" y="5988"/>
                    </a:lnTo>
                    <a:cubicBezTo>
                      <a:pt x="28663" y="5988"/>
                      <a:pt x="29515" y="5137"/>
                      <a:pt x="29515" y="4073"/>
                    </a:cubicBezTo>
                    <a:lnTo>
                      <a:pt x="29515" y="191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8"/>
              <p:cNvSpPr/>
              <p:nvPr/>
            </p:nvSpPr>
            <p:spPr>
              <a:xfrm>
                <a:off x="5567469" y="2294442"/>
                <a:ext cx="299121" cy="299121"/>
              </a:xfrm>
              <a:custGeom>
                <a:rect b="b" l="l" r="r" t="t"/>
                <a:pathLst>
                  <a:path extrusionOk="0" h="3891" w="3891">
                    <a:moveTo>
                      <a:pt x="1946" y="0"/>
                    </a:moveTo>
                    <a:cubicBezTo>
                      <a:pt x="851" y="0"/>
                      <a:pt x="0" y="882"/>
                      <a:pt x="0" y="1945"/>
                    </a:cubicBezTo>
                    <a:cubicBezTo>
                      <a:pt x="0" y="3009"/>
                      <a:pt x="851" y="3891"/>
                      <a:pt x="1946" y="3891"/>
                    </a:cubicBezTo>
                    <a:cubicBezTo>
                      <a:pt x="3009" y="3891"/>
                      <a:pt x="3891" y="3009"/>
                      <a:pt x="3891" y="1945"/>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8"/>
              <p:cNvSpPr/>
              <p:nvPr/>
            </p:nvSpPr>
            <p:spPr>
              <a:xfrm>
                <a:off x="5642192" y="2357479"/>
                <a:ext cx="147293" cy="151982"/>
              </a:xfrm>
              <a:custGeom>
                <a:rect b="b" l="l" r="r" t="t"/>
                <a:pathLst>
                  <a:path extrusionOk="0" h="1977" w="1916">
                    <a:moveTo>
                      <a:pt x="1916" y="1976"/>
                    </a:moveTo>
                    <a:cubicBezTo>
                      <a:pt x="1916" y="1521"/>
                      <a:pt x="1612" y="1095"/>
                      <a:pt x="1247" y="943"/>
                    </a:cubicBezTo>
                    <a:cubicBezTo>
                      <a:pt x="1369" y="852"/>
                      <a:pt x="1460" y="700"/>
                      <a:pt x="1460" y="517"/>
                    </a:cubicBezTo>
                    <a:cubicBezTo>
                      <a:pt x="1460" y="244"/>
                      <a:pt x="1247" y="1"/>
                      <a:pt x="974" y="1"/>
                    </a:cubicBezTo>
                    <a:cubicBezTo>
                      <a:pt x="670" y="1"/>
                      <a:pt x="457" y="244"/>
                      <a:pt x="457" y="517"/>
                    </a:cubicBezTo>
                    <a:cubicBezTo>
                      <a:pt x="457" y="700"/>
                      <a:pt x="548" y="852"/>
                      <a:pt x="700" y="943"/>
                    </a:cubicBezTo>
                    <a:cubicBezTo>
                      <a:pt x="305" y="1095"/>
                      <a:pt x="1" y="1521"/>
                      <a:pt x="1" y="197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8"/>
              <p:cNvSpPr/>
              <p:nvPr/>
            </p:nvSpPr>
            <p:spPr>
              <a:xfrm>
                <a:off x="5990360" y="2439275"/>
                <a:ext cx="1198789" cy="77"/>
              </a:xfrm>
              <a:custGeom>
                <a:rect b="b" l="l" r="r" t="t"/>
                <a:pathLst>
                  <a:path extrusionOk="0" fill="none" h="1" w="15594">
                    <a:moveTo>
                      <a:pt x="1" y="1"/>
                    </a:moveTo>
                    <a:lnTo>
                      <a:pt x="15594"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8"/>
              <p:cNvSpPr/>
              <p:nvPr/>
            </p:nvSpPr>
            <p:spPr>
              <a:xfrm>
                <a:off x="5455308" y="2785137"/>
                <a:ext cx="2268966" cy="458021"/>
              </a:xfrm>
              <a:custGeom>
                <a:rect b="b" l="l" r="r" t="t"/>
                <a:pathLst>
                  <a:path extrusionOk="0" h="5958" w="29515">
                    <a:moveTo>
                      <a:pt x="1915" y="0"/>
                    </a:moveTo>
                    <a:cubicBezTo>
                      <a:pt x="851" y="0"/>
                      <a:pt x="0" y="851"/>
                      <a:pt x="0" y="1885"/>
                    </a:cubicBezTo>
                    <a:lnTo>
                      <a:pt x="0" y="4073"/>
                    </a:lnTo>
                    <a:cubicBezTo>
                      <a:pt x="0" y="5107"/>
                      <a:pt x="851" y="5958"/>
                      <a:pt x="1915" y="5958"/>
                    </a:cubicBezTo>
                    <a:lnTo>
                      <a:pt x="27600" y="5958"/>
                    </a:lnTo>
                    <a:cubicBezTo>
                      <a:pt x="28663" y="5958"/>
                      <a:pt x="29515" y="5107"/>
                      <a:pt x="29515" y="4073"/>
                    </a:cubicBezTo>
                    <a:lnTo>
                      <a:pt x="29515" y="1885"/>
                    </a:lnTo>
                    <a:cubicBezTo>
                      <a:pt x="29515" y="851"/>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8"/>
              <p:cNvSpPr/>
              <p:nvPr/>
            </p:nvSpPr>
            <p:spPr>
              <a:xfrm>
                <a:off x="5567469" y="2869239"/>
                <a:ext cx="299121" cy="299121"/>
              </a:xfrm>
              <a:custGeom>
                <a:rect b="b" l="l" r="r" t="t"/>
                <a:pathLst>
                  <a:path extrusionOk="0" h="3891" w="3891">
                    <a:moveTo>
                      <a:pt x="1946" y="0"/>
                    </a:moveTo>
                    <a:cubicBezTo>
                      <a:pt x="851" y="0"/>
                      <a:pt x="0" y="882"/>
                      <a:pt x="0" y="1946"/>
                    </a:cubicBezTo>
                    <a:cubicBezTo>
                      <a:pt x="0" y="3040"/>
                      <a:pt x="851" y="3891"/>
                      <a:pt x="1946" y="3891"/>
                    </a:cubicBezTo>
                    <a:cubicBezTo>
                      <a:pt x="3009" y="3891"/>
                      <a:pt x="3891" y="3040"/>
                      <a:pt x="3891" y="1946"/>
                    </a:cubicBezTo>
                    <a:cubicBezTo>
                      <a:pt x="3891" y="882"/>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8"/>
              <p:cNvSpPr/>
              <p:nvPr/>
            </p:nvSpPr>
            <p:spPr>
              <a:xfrm>
                <a:off x="5642192" y="2934660"/>
                <a:ext cx="147293" cy="149599"/>
              </a:xfrm>
              <a:custGeom>
                <a:rect b="b" l="l" r="r" t="t"/>
                <a:pathLst>
                  <a:path extrusionOk="0" h="1946" w="1916">
                    <a:moveTo>
                      <a:pt x="1916" y="1946"/>
                    </a:moveTo>
                    <a:cubicBezTo>
                      <a:pt x="1916" y="1520"/>
                      <a:pt x="1612" y="1064"/>
                      <a:pt x="1247" y="912"/>
                    </a:cubicBezTo>
                    <a:cubicBezTo>
                      <a:pt x="1369" y="821"/>
                      <a:pt x="1460" y="669"/>
                      <a:pt x="1460" y="487"/>
                    </a:cubicBezTo>
                    <a:cubicBezTo>
                      <a:pt x="1460" y="213"/>
                      <a:pt x="1247" y="0"/>
                      <a:pt x="974" y="0"/>
                    </a:cubicBezTo>
                    <a:cubicBezTo>
                      <a:pt x="670" y="0"/>
                      <a:pt x="457" y="213"/>
                      <a:pt x="457" y="487"/>
                    </a:cubicBezTo>
                    <a:cubicBezTo>
                      <a:pt x="457" y="669"/>
                      <a:pt x="548" y="821"/>
                      <a:pt x="700" y="912"/>
                    </a:cubicBezTo>
                    <a:cubicBezTo>
                      <a:pt x="305" y="1064"/>
                      <a:pt x="1" y="1520"/>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48"/>
              <p:cNvSpPr/>
              <p:nvPr/>
            </p:nvSpPr>
            <p:spPr>
              <a:xfrm>
                <a:off x="5990360" y="3014072"/>
                <a:ext cx="1451169" cy="77"/>
              </a:xfrm>
              <a:custGeom>
                <a:rect b="b" l="l" r="r" t="t"/>
                <a:pathLst>
                  <a:path extrusionOk="0" fill="none" h="1" w="18877">
                    <a:moveTo>
                      <a:pt x="1" y="1"/>
                    </a:moveTo>
                    <a:lnTo>
                      <a:pt x="1887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8"/>
              <p:cNvSpPr/>
              <p:nvPr/>
            </p:nvSpPr>
            <p:spPr>
              <a:xfrm>
                <a:off x="5455308" y="3359934"/>
                <a:ext cx="2268966" cy="460404"/>
              </a:xfrm>
              <a:custGeom>
                <a:rect b="b" l="l" r="r" t="t"/>
                <a:pathLst>
                  <a:path extrusionOk="0" h="5989" w="29515">
                    <a:moveTo>
                      <a:pt x="1915" y="0"/>
                    </a:moveTo>
                    <a:cubicBezTo>
                      <a:pt x="851" y="0"/>
                      <a:pt x="0" y="852"/>
                      <a:pt x="0" y="1915"/>
                    </a:cubicBezTo>
                    <a:lnTo>
                      <a:pt x="0" y="4073"/>
                    </a:lnTo>
                    <a:cubicBezTo>
                      <a:pt x="0" y="5137"/>
                      <a:pt x="851" y="5988"/>
                      <a:pt x="1915" y="5988"/>
                    </a:cubicBezTo>
                    <a:lnTo>
                      <a:pt x="27600" y="5988"/>
                    </a:lnTo>
                    <a:cubicBezTo>
                      <a:pt x="28663" y="5988"/>
                      <a:pt x="29515" y="5137"/>
                      <a:pt x="29515" y="4073"/>
                    </a:cubicBezTo>
                    <a:lnTo>
                      <a:pt x="29515" y="1915"/>
                    </a:lnTo>
                    <a:cubicBezTo>
                      <a:pt x="29515" y="852"/>
                      <a:pt x="28663" y="0"/>
                      <a:pt x="27600" y="0"/>
                    </a:cubicBezTo>
                    <a:close/>
                  </a:path>
                </a:pathLst>
              </a:custGeom>
              <a:solidFill>
                <a:schemeClr val="dk1"/>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8"/>
              <p:cNvSpPr/>
              <p:nvPr/>
            </p:nvSpPr>
            <p:spPr>
              <a:xfrm>
                <a:off x="5567469" y="3446419"/>
                <a:ext cx="299121" cy="299121"/>
              </a:xfrm>
              <a:custGeom>
                <a:rect b="b" l="l" r="r" t="t"/>
                <a:pathLst>
                  <a:path extrusionOk="0" h="3891" w="3891">
                    <a:moveTo>
                      <a:pt x="1946" y="0"/>
                    </a:moveTo>
                    <a:cubicBezTo>
                      <a:pt x="851" y="0"/>
                      <a:pt x="0" y="851"/>
                      <a:pt x="0" y="1945"/>
                    </a:cubicBezTo>
                    <a:cubicBezTo>
                      <a:pt x="0" y="3009"/>
                      <a:pt x="851" y="3891"/>
                      <a:pt x="1946" y="3891"/>
                    </a:cubicBezTo>
                    <a:cubicBezTo>
                      <a:pt x="3009" y="3891"/>
                      <a:pt x="3891" y="3009"/>
                      <a:pt x="3891" y="1945"/>
                    </a:cubicBezTo>
                    <a:cubicBezTo>
                      <a:pt x="3891" y="851"/>
                      <a:pt x="3009" y="0"/>
                      <a:pt x="1946" y="0"/>
                    </a:cubicBezTo>
                    <a:close/>
                  </a:path>
                </a:pathLst>
              </a:custGeom>
              <a:solidFill>
                <a:schemeClr val="lt2"/>
              </a:solidFill>
              <a:ln cap="flat" cmpd="sng" w="60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8"/>
              <p:cNvSpPr/>
              <p:nvPr/>
            </p:nvSpPr>
            <p:spPr>
              <a:xfrm>
                <a:off x="5642192" y="3509457"/>
                <a:ext cx="147293" cy="149676"/>
              </a:xfrm>
              <a:custGeom>
                <a:rect b="b" l="l" r="r" t="t"/>
                <a:pathLst>
                  <a:path extrusionOk="0" h="1947" w="1916">
                    <a:moveTo>
                      <a:pt x="1916" y="1946"/>
                    </a:moveTo>
                    <a:cubicBezTo>
                      <a:pt x="1916" y="1521"/>
                      <a:pt x="1612" y="1095"/>
                      <a:pt x="1247" y="943"/>
                    </a:cubicBezTo>
                    <a:cubicBezTo>
                      <a:pt x="1369" y="852"/>
                      <a:pt x="1460" y="700"/>
                      <a:pt x="1460" y="517"/>
                    </a:cubicBezTo>
                    <a:cubicBezTo>
                      <a:pt x="1460" y="214"/>
                      <a:pt x="1247" y="1"/>
                      <a:pt x="974" y="1"/>
                    </a:cubicBezTo>
                    <a:cubicBezTo>
                      <a:pt x="670" y="1"/>
                      <a:pt x="457" y="214"/>
                      <a:pt x="457" y="517"/>
                    </a:cubicBezTo>
                    <a:cubicBezTo>
                      <a:pt x="457" y="669"/>
                      <a:pt x="548" y="852"/>
                      <a:pt x="700" y="943"/>
                    </a:cubicBezTo>
                    <a:cubicBezTo>
                      <a:pt x="305" y="1095"/>
                      <a:pt x="1" y="1521"/>
                      <a:pt x="1" y="1946"/>
                    </a:cubicBezTo>
                    <a:close/>
                  </a:path>
                </a:pathLst>
              </a:custGeom>
              <a:solidFill>
                <a:schemeClr val="dk1"/>
              </a:solidFill>
              <a:ln cap="rnd" cmpd="sng" w="60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8"/>
              <p:cNvSpPr/>
              <p:nvPr/>
            </p:nvSpPr>
            <p:spPr>
              <a:xfrm>
                <a:off x="5990360" y="3588946"/>
                <a:ext cx="853005" cy="77"/>
              </a:xfrm>
              <a:custGeom>
                <a:rect b="b" l="l" r="r" t="t"/>
                <a:pathLst>
                  <a:path extrusionOk="0" fill="none" h="1" w="11096">
                    <a:moveTo>
                      <a:pt x="1" y="0"/>
                    </a:moveTo>
                    <a:lnTo>
                      <a:pt x="1109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2" name="Google Shape;892;p48"/>
            <p:cNvGrpSpPr/>
            <p:nvPr/>
          </p:nvGrpSpPr>
          <p:grpSpPr>
            <a:xfrm>
              <a:off x="7030174" y="843676"/>
              <a:ext cx="506348" cy="506388"/>
              <a:chOff x="7030174" y="843676"/>
              <a:chExt cx="506348" cy="506388"/>
            </a:xfrm>
          </p:grpSpPr>
          <p:sp>
            <p:nvSpPr>
              <p:cNvPr id="893" name="Google Shape;893;p48"/>
              <p:cNvSpPr/>
              <p:nvPr/>
            </p:nvSpPr>
            <p:spPr>
              <a:xfrm>
                <a:off x="7030174" y="843676"/>
                <a:ext cx="506348" cy="506388"/>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8"/>
              <p:cNvSpPr/>
              <p:nvPr/>
            </p:nvSpPr>
            <p:spPr>
              <a:xfrm>
                <a:off x="7143844" y="957351"/>
                <a:ext cx="279010" cy="279033"/>
              </a:xfrm>
              <a:custGeom>
                <a:rect b="b" l="l" r="r" t="t"/>
                <a:pathLst>
                  <a:path extrusionOk="0" fill="none" h="9028" w="9028">
                    <a:moveTo>
                      <a:pt x="9028" y="4499"/>
                    </a:moveTo>
                    <a:cubicBezTo>
                      <a:pt x="9028" y="6991"/>
                      <a:pt x="6991" y="9028"/>
                      <a:pt x="4529" y="9028"/>
                    </a:cubicBezTo>
                    <a:cubicBezTo>
                      <a:pt x="2037" y="9028"/>
                      <a:pt x="0" y="6991"/>
                      <a:pt x="0" y="4499"/>
                    </a:cubicBezTo>
                    <a:cubicBezTo>
                      <a:pt x="0" y="2007"/>
                      <a:pt x="2037" y="0"/>
                      <a:pt x="4529" y="0"/>
                    </a:cubicBezTo>
                    <a:cubicBezTo>
                      <a:pt x="6991" y="0"/>
                      <a:pt x="9028" y="2007"/>
                      <a:pt x="9028" y="449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8"/>
              <p:cNvSpPr/>
              <p:nvPr/>
            </p:nvSpPr>
            <p:spPr>
              <a:xfrm>
                <a:off x="7217120" y="1018422"/>
                <a:ext cx="132490" cy="136240"/>
              </a:xfrm>
              <a:custGeom>
                <a:rect b="b" l="l" r="r" t="t"/>
                <a:pathLst>
                  <a:path extrusionOk="0" fill="none" h="4408" w="4287">
                    <a:moveTo>
                      <a:pt x="4286" y="4408"/>
                    </a:moveTo>
                    <a:cubicBezTo>
                      <a:pt x="4286" y="3435"/>
                      <a:pt x="3648" y="2432"/>
                      <a:pt x="2766" y="2097"/>
                    </a:cubicBezTo>
                    <a:cubicBezTo>
                      <a:pt x="3070" y="1885"/>
                      <a:pt x="3283" y="1550"/>
                      <a:pt x="3283" y="1125"/>
                    </a:cubicBezTo>
                    <a:cubicBezTo>
                      <a:pt x="3283" y="487"/>
                      <a:pt x="2766" y="0"/>
                      <a:pt x="2158" y="0"/>
                    </a:cubicBezTo>
                    <a:cubicBezTo>
                      <a:pt x="1520" y="0"/>
                      <a:pt x="1003" y="487"/>
                      <a:pt x="1003" y="1125"/>
                    </a:cubicBezTo>
                    <a:cubicBezTo>
                      <a:pt x="1003" y="1550"/>
                      <a:pt x="1216" y="1885"/>
                      <a:pt x="1520" y="2097"/>
                    </a:cubicBezTo>
                    <a:cubicBezTo>
                      <a:pt x="639" y="2432"/>
                      <a:pt x="0" y="3435"/>
                      <a:pt x="0" y="440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49"/>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9"/>
          <p:cNvSpPr txBox="1"/>
          <p:nvPr>
            <p:ph type="title"/>
          </p:nvPr>
        </p:nvSpPr>
        <p:spPr>
          <a:xfrm>
            <a:off x="693600" y="3299250"/>
            <a:ext cx="7756800" cy="120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Exploratory Data Analysis</a:t>
            </a:r>
            <a:endParaRPr/>
          </a:p>
        </p:txBody>
      </p:sp>
      <p:sp>
        <p:nvSpPr>
          <p:cNvPr id="902" name="Google Shape;902;p49"/>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903" name="Google Shape;903;p49"/>
          <p:cNvGrpSpPr/>
          <p:nvPr/>
        </p:nvGrpSpPr>
        <p:grpSpPr>
          <a:xfrm>
            <a:off x="6543922" y="843718"/>
            <a:ext cx="851910" cy="781546"/>
            <a:chOff x="7145197" y="889118"/>
            <a:chExt cx="851910" cy="781546"/>
          </a:xfrm>
        </p:grpSpPr>
        <p:sp>
          <p:nvSpPr>
            <p:cNvPr id="904" name="Google Shape;904;p49"/>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9"/>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9"/>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9"/>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50"/>
          <p:cNvSpPr txBox="1"/>
          <p:nvPr>
            <p:ph idx="1" type="body"/>
          </p:nvPr>
        </p:nvSpPr>
        <p:spPr>
          <a:xfrm>
            <a:off x="426750" y="1911975"/>
            <a:ext cx="4206900" cy="24858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t>During the exploratory data analysis phase, I began by mapping star ratings to sentiment classes—ratings 1–2 were labeled as Negative, 3 as Neutral, and 4–5 as Positive. This allowed me to create a new Sentiment column for easier classification. I then analyzed the distribution of these sentiment classes using value_counts() and visualized the results with a pie chart. The visualization revealed a clear class imbalance, with Positive reviews making up the majority of the data.</a:t>
            </a:r>
            <a:endParaRPr/>
          </a:p>
        </p:txBody>
      </p:sp>
      <p:sp>
        <p:nvSpPr>
          <p:cNvPr id="913" name="Google Shape;913;p50"/>
          <p:cNvSpPr txBox="1"/>
          <p:nvPr>
            <p:ph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EDA</a:t>
            </a:r>
            <a:endParaRPr/>
          </a:p>
        </p:txBody>
      </p:sp>
      <p:pic>
        <p:nvPicPr>
          <p:cNvPr id="914" name="Google Shape;914;p50" title="Screenshot 1446-10-13 at 2.46.10 pm.png"/>
          <p:cNvPicPr preferRelativeResize="0"/>
          <p:nvPr/>
        </p:nvPicPr>
        <p:blipFill rotWithShape="1">
          <a:blip r:embed="rId3">
            <a:alphaModFix/>
          </a:blip>
          <a:srcRect b="13749" l="7823" r="63029" t="41319"/>
          <a:stretch/>
        </p:blipFill>
        <p:spPr>
          <a:xfrm>
            <a:off x="5569800" y="1374475"/>
            <a:ext cx="3113902" cy="3111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51"/>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51"/>
          <p:cNvSpPr txBox="1"/>
          <p:nvPr>
            <p:ph type="title"/>
          </p:nvPr>
        </p:nvSpPr>
        <p:spPr>
          <a:xfrm>
            <a:off x="693600" y="3299250"/>
            <a:ext cx="7756800" cy="120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Major Obstacle</a:t>
            </a:r>
            <a:endParaRPr/>
          </a:p>
        </p:txBody>
      </p:sp>
      <p:sp>
        <p:nvSpPr>
          <p:cNvPr id="921" name="Google Shape;921;p51"/>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grpSp>
        <p:nvGrpSpPr>
          <p:cNvPr id="922" name="Google Shape;922;p51"/>
          <p:cNvGrpSpPr/>
          <p:nvPr/>
        </p:nvGrpSpPr>
        <p:grpSpPr>
          <a:xfrm>
            <a:off x="6543922" y="843718"/>
            <a:ext cx="851910" cy="781546"/>
            <a:chOff x="7145197" y="889118"/>
            <a:chExt cx="851910" cy="781546"/>
          </a:xfrm>
        </p:grpSpPr>
        <p:sp>
          <p:nvSpPr>
            <p:cNvPr id="923" name="Google Shape;923;p51"/>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51"/>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1"/>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51"/>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52"/>
          <p:cNvSpPr txBox="1"/>
          <p:nvPr>
            <p:ph idx="1" type="body"/>
          </p:nvPr>
        </p:nvSpPr>
        <p:spPr>
          <a:xfrm>
            <a:off x="426750" y="1911975"/>
            <a:ext cx="4466400" cy="24858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b="1" lang="en"/>
              <a:t>Major Obstacle: Class Imbalance</a:t>
            </a:r>
            <a:endParaRPr b="1"/>
          </a:p>
          <a:p>
            <a:pPr indent="0" lvl="0" marL="0" rtl="0" algn="just">
              <a:spcBef>
                <a:spcPts val="0"/>
              </a:spcBef>
              <a:spcAft>
                <a:spcPts val="0"/>
              </a:spcAft>
              <a:buNone/>
            </a:pPr>
            <a:r>
              <a:rPr lang="en"/>
              <a:t>One of the biggest challenges I encountered during this project was the significant class imbalance in the sentiment labels. The dataset was heavily skewed toward Positive reviews, which could bias the model and hurt performance on minority classes like Neutral and Negative. To address this, I applied two strategies:</a:t>
            </a:r>
            <a:endParaRPr/>
          </a:p>
          <a:p>
            <a:pPr indent="0" lvl="0" marL="0" rtl="0" algn="just">
              <a:spcBef>
                <a:spcPts val="0"/>
              </a:spcBef>
              <a:spcAft>
                <a:spcPts val="0"/>
              </a:spcAft>
              <a:buNone/>
            </a:pPr>
            <a:r>
              <a:t/>
            </a:r>
            <a:endParaRPr/>
          </a:p>
          <a:p>
            <a:pPr indent="0" lvl="0" marL="0" rtl="0" algn="just">
              <a:spcBef>
                <a:spcPts val="0"/>
              </a:spcBef>
              <a:spcAft>
                <a:spcPts val="0"/>
              </a:spcAft>
              <a:buNone/>
            </a:pPr>
            <a:r>
              <a:rPr b="1" lang="en"/>
              <a:t>Downsampling</a:t>
            </a:r>
            <a:r>
              <a:rPr lang="en"/>
              <a:t> the Positive class to 8,000 samples to reduce the imbalance.</a:t>
            </a:r>
            <a:endParaRPr/>
          </a:p>
          <a:p>
            <a:pPr indent="0" lvl="0" marL="0" rtl="0" algn="just">
              <a:spcBef>
                <a:spcPts val="0"/>
              </a:spcBef>
              <a:spcAft>
                <a:spcPts val="0"/>
              </a:spcAft>
              <a:buNone/>
            </a:pPr>
            <a:r>
              <a:t/>
            </a:r>
            <a:endParaRPr/>
          </a:p>
          <a:p>
            <a:pPr indent="0" lvl="0" marL="0" rtl="0" algn="just">
              <a:spcBef>
                <a:spcPts val="0"/>
              </a:spcBef>
              <a:spcAft>
                <a:spcPts val="0"/>
              </a:spcAft>
              <a:buNone/>
            </a:pPr>
            <a:r>
              <a:rPr b="1" lang="en"/>
              <a:t>Using class weights</a:t>
            </a:r>
            <a:r>
              <a:rPr lang="en"/>
              <a:t> during model training to give more importance to underrepresented classes.</a:t>
            </a:r>
            <a:endParaRPr/>
          </a:p>
        </p:txBody>
      </p:sp>
      <p:sp>
        <p:nvSpPr>
          <p:cNvPr id="932" name="Google Shape;932;p52"/>
          <p:cNvSpPr txBox="1"/>
          <p:nvPr>
            <p:ph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EDA</a:t>
            </a:r>
            <a:endParaRPr/>
          </a:p>
        </p:txBody>
      </p:sp>
      <p:pic>
        <p:nvPicPr>
          <p:cNvPr id="933" name="Google Shape;933;p52" title="Screenshot 1446-10-13 at 2.46.10 pm.png"/>
          <p:cNvPicPr preferRelativeResize="0"/>
          <p:nvPr/>
        </p:nvPicPr>
        <p:blipFill rotWithShape="1">
          <a:blip r:embed="rId3">
            <a:alphaModFix/>
          </a:blip>
          <a:srcRect b="13749" l="7823" r="63029" t="41319"/>
          <a:stretch/>
        </p:blipFill>
        <p:spPr>
          <a:xfrm>
            <a:off x="5569800" y="1374475"/>
            <a:ext cx="3113902" cy="31110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53"/>
          <p:cNvSpPr txBox="1"/>
          <p:nvPr>
            <p:ph idx="1" type="body"/>
          </p:nvPr>
        </p:nvSpPr>
        <p:spPr>
          <a:xfrm>
            <a:off x="426750" y="1436475"/>
            <a:ext cx="4466400" cy="29613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rPr lang="en"/>
              <a:t>Additionally, I encountered a compatibility error during model compilation:</a:t>
            </a:r>
            <a:endParaRPr/>
          </a:p>
          <a:p>
            <a:pPr indent="0" lvl="0" marL="0" rtl="0" algn="just">
              <a:spcBef>
                <a:spcPts val="0"/>
              </a:spcBef>
              <a:spcAft>
                <a:spcPts val="0"/>
              </a:spcAft>
              <a:buNone/>
            </a:pPr>
            <a:r>
              <a:t/>
            </a:r>
            <a:endParaRPr/>
          </a:p>
          <a:p>
            <a:pPr indent="0" lvl="0" marL="0" rtl="0" algn="just">
              <a:spcBef>
                <a:spcPts val="0"/>
              </a:spcBef>
              <a:spcAft>
                <a:spcPts val="0"/>
              </a:spcAft>
              <a:buNone/>
            </a:pPr>
            <a:r>
              <a:rPr b="1" lang="en"/>
              <a:t>ValueError: Could not interpret optimizer identifier: &lt;keras.src.optimizers.adam.Adam object&gt;</a:t>
            </a:r>
            <a:endParaRPr b="1"/>
          </a:p>
          <a:p>
            <a:pPr indent="0" lvl="0" marL="0" rtl="0" algn="just">
              <a:spcBef>
                <a:spcPts val="0"/>
              </a:spcBef>
              <a:spcAft>
                <a:spcPts val="0"/>
              </a:spcAft>
              <a:buNone/>
            </a:pPr>
            <a:r>
              <a:t/>
            </a:r>
            <a:endParaRPr/>
          </a:p>
          <a:p>
            <a:pPr indent="0" lvl="0" marL="0" rtl="0" algn="just">
              <a:spcBef>
                <a:spcPts val="0"/>
              </a:spcBef>
              <a:spcAft>
                <a:spcPts val="0"/>
              </a:spcAft>
              <a:buNone/>
            </a:pPr>
            <a:r>
              <a:rPr lang="en"/>
              <a:t>This happened due to conflicts between keras and tensorflow.keras modules. I resolved it by switching to:</a:t>
            </a:r>
            <a:endParaRPr/>
          </a:p>
          <a:p>
            <a:pPr indent="0" lvl="0" marL="0" rtl="0" algn="just">
              <a:spcBef>
                <a:spcPts val="0"/>
              </a:spcBef>
              <a:spcAft>
                <a:spcPts val="0"/>
              </a:spcAft>
              <a:buNone/>
            </a:pPr>
            <a:r>
              <a:rPr b="1" lang="en"/>
              <a:t>from tf_keras.optimizers import Adam</a:t>
            </a:r>
            <a:endParaRPr b="1"/>
          </a:p>
        </p:txBody>
      </p:sp>
      <p:grpSp>
        <p:nvGrpSpPr>
          <p:cNvPr id="939" name="Google Shape;939;p53"/>
          <p:cNvGrpSpPr/>
          <p:nvPr/>
        </p:nvGrpSpPr>
        <p:grpSpPr>
          <a:xfrm>
            <a:off x="6694278" y="1621429"/>
            <a:ext cx="1910223" cy="1829022"/>
            <a:chOff x="8120350" y="1757700"/>
            <a:chExt cx="1394425" cy="1335150"/>
          </a:xfrm>
        </p:grpSpPr>
        <p:sp>
          <p:nvSpPr>
            <p:cNvPr id="940" name="Google Shape;940;p53"/>
            <p:cNvSpPr/>
            <p:nvPr/>
          </p:nvSpPr>
          <p:spPr>
            <a:xfrm>
              <a:off x="8120350" y="1757700"/>
              <a:ext cx="1394425" cy="1335150"/>
            </a:xfrm>
            <a:custGeom>
              <a:rect b="b" l="l" r="r" t="t"/>
              <a:pathLst>
                <a:path extrusionOk="0" h="53406" w="55777">
                  <a:moveTo>
                    <a:pt x="50974" y="53406"/>
                  </a:moveTo>
                  <a:lnTo>
                    <a:pt x="4803" y="53406"/>
                  </a:lnTo>
                  <a:cubicBezTo>
                    <a:pt x="2159" y="53406"/>
                    <a:pt x="1" y="51248"/>
                    <a:pt x="1" y="48573"/>
                  </a:cubicBezTo>
                  <a:lnTo>
                    <a:pt x="1" y="4834"/>
                  </a:lnTo>
                  <a:cubicBezTo>
                    <a:pt x="1" y="2159"/>
                    <a:pt x="2159" y="1"/>
                    <a:pt x="4803" y="1"/>
                  </a:cubicBezTo>
                  <a:lnTo>
                    <a:pt x="50974" y="1"/>
                  </a:lnTo>
                  <a:cubicBezTo>
                    <a:pt x="53619" y="1"/>
                    <a:pt x="55777" y="2159"/>
                    <a:pt x="55777" y="4834"/>
                  </a:cubicBezTo>
                  <a:lnTo>
                    <a:pt x="55777" y="48573"/>
                  </a:lnTo>
                  <a:cubicBezTo>
                    <a:pt x="55777" y="51248"/>
                    <a:pt x="53619" y="53406"/>
                    <a:pt x="50974" y="53406"/>
                  </a:cubicBezTo>
                  <a:close/>
                </a:path>
              </a:pathLst>
            </a:custGeom>
            <a:gradFill>
              <a:gsLst>
                <a:gs pos="0">
                  <a:schemeClr val="accent6"/>
                </a:gs>
                <a:gs pos="100000">
                  <a:schemeClr val="accent5"/>
                </a:gs>
              </a:gsLst>
              <a:lin ang="1080140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53"/>
            <p:cNvSpPr/>
            <p:nvPr/>
          </p:nvSpPr>
          <p:spPr>
            <a:xfrm>
              <a:off x="9430400" y="1862575"/>
              <a:ext cx="25" cy="1114775"/>
            </a:xfrm>
            <a:custGeom>
              <a:rect b="b" l="l" r="r" t="t"/>
              <a:pathLst>
                <a:path extrusionOk="0" fill="none" h="44591" w="1">
                  <a:moveTo>
                    <a:pt x="1" y="0"/>
                  </a:moveTo>
                  <a:lnTo>
                    <a:pt x="1" y="4459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53"/>
            <p:cNvSpPr/>
            <p:nvPr/>
          </p:nvSpPr>
          <p:spPr>
            <a:xfrm>
              <a:off x="9430400" y="2079150"/>
              <a:ext cx="25" cy="422525"/>
            </a:xfrm>
            <a:custGeom>
              <a:rect b="b" l="l" r="r" t="t"/>
              <a:pathLst>
                <a:path extrusionOk="0" fill="none" h="16901" w="1">
                  <a:moveTo>
                    <a:pt x="1" y="0"/>
                  </a:moveTo>
                  <a:lnTo>
                    <a:pt x="1" y="16900"/>
                  </a:lnTo>
                </a:path>
              </a:pathLst>
            </a:custGeom>
            <a:no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53"/>
            <p:cNvSpPr/>
            <p:nvPr/>
          </p:nvSpPr>
          <p:spPr>
            <a:xfrm>
              <a:off x="8184175" y="2383850"/>
              <a:ext cx="790325" cy="310950"/>
            </a:xfrm>
            <a:custGeom>
              <a:rect b="b" l="l" r="r" t="t"/>
              <a:pathLst>
                <a:path extrusionOk="0" h="12438" w="31613">
                  <a:moveTo>
                    <a:pt x="2189" y="1"/>
                  </a:moveTo>
                  <a:cubicBezTo>
                    <a:pt x="973" y="1"/>
                    <a:pt x="1" y="1004"/>
                    <a:pt x="1" y="2220"/>
                  </a:cubicBezTo>
                  <a:lnTo>
                    <a:pt x="1" y="8998"/>
                  </a:lnTo>
                  <a:cubicBezTo>
                    <a:pt x="1" y="10214"/>
                    <a:pt x="973" y="11186"/>
                    <a:pt x="2189" y="11186"/>
                  </a:cubicBezTo>
                  <a:lnTo>
                    <a:pt x="3192" y="11186"/>
                  </a:lnTo>
                  <a:cubicBezTo>
                    <a:pt x="3253" y="11582"/>
                    <a:pt x="3192" y="11977"/>
                    <a:pt x="3010" y="12311"/>
                  </a:cubicBezTo>
                  <a:cubicBezTo>
                    <a:pt x="3010" y="12341"/>
                    <a:pt x="3010" y="12402"/>
                    <a:pt x="3010" y="12402"/>
                  </a:cubicBezTo>
                  <a:cubicBezTo>
                    <a:pt x="3040" y="12433"/>
                    <a:pt x="3071" y="12433"/>
                    <a:pt x="3071" y="12433"/>
                  </a:cubicBezTo>
                  <a:cubicBezTo>
                    <a:pt x="3114" y="12436"/>
                    <a:pt x="3156" y="12437"/>
                    <a:pt x="3199" y="12437"/>
                  </a:cubicBezTo>
                  <a:cubicBezTo>
                    <a:pt x="3575" y="12437"/>
                    <a:pt x="3925" y="12317"/>
                    <a:pt x="4226" y="12098"/>
                  </a:cubicBezTo>
                  <a:cubicBezTo>
                    <a:pt x="4499" y="11855"/>
                    <a:pt x="4682" y="11551"/>
                    <a:pt x="4773" y="11186"/>
                  </a:cubicBezTo>
                  <a:lnTo>
                    <a:pt x="29393" y="11186"/>
                  </a:lnTo>
                  <a:cubicBezTo>
                    <a:pt x="30609" y="11186"/>
                    <a:pt x="31612" y="10214"/>
                    <a:pt x="31612" y="8998"/>
                  </a:cubicBezTo>
                  <a:lnTo>
                    <a:pt x="31612" y="2220"/>
                  </a:lnTo>
                  <a:cubicBezTo>
                    <a:pt x="31612" y="1004"/>
                    <a:pt x="30609" y="1"/>
                    <a:pt x="29393" y="1"/>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53"/>
            <p:cNvSpPr/>
            <p:nvPr/>
          </p:nvSpPr>
          <p:spPr>
            <a:xfrm>
              <a:off x="8278400" y="2465175"/>
              <a:ext cx="618575" cy="25"/>
            </a:xfrm>
            <a:custGeom>
              <a:rect b="b" l="l" r="r" t="t"/>
              <a:pathLst>
                <a:path extrusionOk="0" fill="none" h="1" w="24743">
                  <a:moveTo>
                    <a:pt x="1" y="0"/>
                  </a:moveTo>
                  <a:lnTo>
                    <a:pt x="24743" y="0"/>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3"/>
            <p:cNvSpPr/>
            <p:nvPr/>
          </p:nvSpPr>
          <p:spPr>
            <a:xfrm>
              <a:off x="8278400" y="2525200"/>
              <a:ext cx="618575" cy="25"/>
            </a:xfrm>
            <a:custGeom>
              <a:rect b="b" l="l" r="r" t="t"/>
              <a:pathLst>
                <a:path extrusionOk="0" fill="none" h="1" w="24743">
                  <a:moveTo>
                    <a:pt x="1" y="0"/>
                  </a:moveTo>
                  <a:lnTo>
                    <a:pt x="24743" y="0"/>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53"/>
            <p:cNvSpPr/>
            <p:nvPr/>
          </p:nvSpPr>
          <p:spPr>
            <a:xfrm>
              <a:off x="8278400" y="2585225"/>
              <a:ext cx="473450" cy="25"/>
            </a:xfrm>
            <a:custGeom>
              <a:rect b="b" l="l" r="r" t="t"/>
              <a:pathLst>
                <a:path extrusionOk="0" fill="none" h="1" w="18938">
                  <a:moveTo>
                    <a:pt x="1" y="1"/>
                  </a:moveTo>
                  <a:lnTo>
                    <a:pt x="18937"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53"/>
            <p:cNvSpPr/>
            <p:nvPr/>
          </p:nvSpPr>
          <p:spPr>
            <a:xfrm>
              <a:off x="8476750" y="1880050"/>
              <a:ext cx="872375" cy="468875"/>
            </a:xfrm>
            <a:custGeom>
              <a:rect b="b" l="l" r="r" t="t"/>
              <a:pathLst>
                <a:path extrusionOk="0" fill="none" h="18755" w="34895">
                  <a:moveTo>
                    <a:pt x="32463" y="1"/>
                  </a:moveTo>
                  <a:lnTo>
                    <a:pt x="2401" y="1"/>
                  </a:lnTo>
                  <a:cubicBezTo>
                    <a:pt x="1064" y="1"/>
                    <a:pt x="0" y="1064"/>
                    <a:pt x="0" y="2402"/>
                  </a:cubicBezTo>
                  <a:lnTo>
                    <a:pt x="0" y="15077"/>
                  </a:lnTo>
                  <a:cubicBezTo>
                    <a:pt x="0" y="16414"/>
                    <a:pt x="1064" y="17478"/>
                    <a:pt x="2401" y="17478"/>
                  </a:cubicBezTo>
                  <a:lnTo>
                    <a:pt x="29362" y="17478"/>
                  </a:lnTo>
                  <a:cubicBezTo>
                    <a:pt x="29454" y="17812"/>
                    <a:pt x="29666" y="18147"/>
                    <a:pt x="29940" y="18360"/>
                  </a:cubicBezTo>
                  <a:cubicBezTo>
                    <a:pt x="30244" y="18603"/>
                    <a:pt x="30669" y="18755"/>
                    <a:pt x="31065" y="18724"/>
                  </a:cubicBezTo>
                  <a:cubicBezTo>
                    <a:pt x="31095" y="18724"/>
                    <a:pt x="31125" y="18694"/>
                    <a:pt x="31125" y="18694"/>
                  </a:cubicBezTo>
                  <a:cubicBezTo>
                    <a:pt x="31156" y="18663"/>
                    <a:pt x="31125" y="18633"/>
                    <a:pt x="31125" y="18603"/>
                  </a:cubicBezTo>
                  <a:cubicBezTo>
                    <a:pt x="30973" y="18238"/>
                    <a:pt x="30913" y="17873"/>
                    <a:pt x="30943" y="17478"/>
                  </a:cubicBezTo>
                  <a:lnTo>
                    <a:pt x="32463" y="17478"/>
                  </a:lnTo>
                  <a:cubicBezTo>
                    <a:pt x="33800" y="17478"/>
                    <a:pt x="34894" y="16414"/>
                    <a:pt x="34894" y="15077"/>
                  </a:cubicBezTo>
                  <a:lnTo>
                    <a:pt x="34894" y="2402"/>
                  </a:lnTo>
                  <a:cubicBezTo>
                    <a:pt x="34894" y="1064"/>
                    <a:pt x="33800" y="1"/>
                    <a:pt x="32463" y="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53"/>
            <p:cNvSpPr/>
            <p:nvPr/>
          </p:nvSpPr>
          <p:spPr>
            <a:xfrm>
              <a:off x="8723700" y="1937050"/>
              <a:ext cx="573000" cy="327525"/>
            </a:xfrm>
            <a:custGeom>
              <a:rect b="b" l="l" r="r" t="t"/>
              <a:pathLst>
                <a:path extrusionOk="0" h="13101" w="22920">
                  <a:moveTo>
                    <a:pt x="1" y="0"/>
                  </a:moveTo>
                  <a:lnTo>
                    <a:pt x="22919" y="0"/>
                  </a:lnTo>
                  <a:lnTo>
                    <a:pt x="22919" y="13101"/>
                  </a:lnTo>
                  <a:lnTo>
                    <a:pt x="1" y="13101"/>
                  </a:ln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3"/>
            <p:cNvSpPr/>
            <p:nvPr/>
          </p:nvSpPr>
          <p:spPr>
            <a:xfrm>
              <a:off x="8476750" y="2731125"/>
              <a:ext cx="872375" cy="246350"/>
            </a:xfrm>
            <a:custGeom>
              <a:rect b="b" l="l" r="r" t="t"/>
              <a:pathLst>
                <a:path extrusionOk="0" h="9854" w="34895">
                  <a:moveTo>
                    <a:pt x="2401" y="1"/>
                  </a:moveTo>
                  <a:cubicBezTo>
                    <a:pt x="1064" y="1"/>
                    <a:pt x="0" y="1064"/>
                    <a:pt x="0" y="2402"/>
                  </a:cubicBezTo>
                  <a:lnTo>
                    <a:pt x="0" y="6232"/>
                  </a:lnTo>
                  <a:cubicBezTo>
                    <a:pt x="0" y="7539"/>
                    <a:pt x="1064" y="8633"/>
                    <a:pt x="2401" y="8633"/>
                  </a:cubicBezTo>
                  <a:lnTo>
                    <a:pt x="29362" y="8633"/>
                  </a:lnTo>
                  <a:cubicBezTo>
                    <a:pt x="29454" y="8967"/>
                    <a:pt x="29666" y="9302"/>
                    <a:pt x="29940" y="9514"/>
                  </a:cubicBezTo>
                  <a:cubicBezTo>
                    <a:pt x="30213" y="9733"/>
                    <a:pt x="30585" y="9853"/>
                    <a:pt x="30944" y="9853"/>
                  </a:cubicBezTo>
                  <a:cubicBezTo>
                    <a:pt x="30984" y="9853"/>
                    <a:pt x="31025" y="9852"/>
                    <a:pt x="31065" y="9849"/>
                  </a:cubicBezTo>
                  <a:lnTo>
                    <a:pt x="31125" y="9849"/>
                  </a:lnTo>
                  <a:cubicBezTo>
                    <a:pt x="31156" y="9818"/>
                    <a:pt x="31125" y="9788"/>
                    <a:pt x="31125" y="9758"/>
                  </a:cubicBezTo>
                  <a:cubicBezTo>
                    <a:pt x="30973" y="9393"/>
                    <a:pt x="30913" y="8998"/>
                    <a:pt x="30943" y="8633"/>
                  </a:cubicBezTo>
                  <a:lnTo>
                    <a:pt x="32463" y="8633"/>
                  </a:lnTo>
                  <a:cubicBezTo>
                    <a:pt x="33800" y="8633"/>
                    <a:pt x="34894" y="7539"/>
                    <a:pt x="34894" y="6232"/>
                  </a:cubicBezTo>
                  <a:lnTo>
                    <a:pt x="34894" y="2402"/>
                  </a:lnTo>
                  <a:cubicBezTo>
                    <a:pt x="34894" y="1064"/>
                    <a:pt x="33800" y="1"/>
                    <a:pt x="32463" y="1"/>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3"/>
            <p:cNvSpPr/>
            <p:nvPr/>
          </p:nvSpPr>
          <p:spPr>
            <a:xfrm>
              <a:off x="8538300" y="2810150"/>
              <a:ext cx="759900" cy="25"/>
            </a:xfrm>
            <a:custGeom>
              <a:rect b="b" l="l" r="r" t="t"/>
              <a:pathLst>
                <a:path extrusionOk="0" fill="none" h="1" w="30396">
                  <a:moveTo>
                    <a:pt x="0" y="1"/>
                  </a:moveTo>
                  <a:lnTo>
                    <a:pt x="30396"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3"/>
            <p:cNvSpPr/>
            <p:nvPr/>
          </p:nvSpPr>
          <p:spPr>
            <a:xfrm>
              <a:off x="8538300" y="2870200"/>
              <a:ext cx="572225" cy="25"/>
            </a:xfrm>
            <a:custGeom>
              <a:rect b="b" l="l" r="r" t="t"/>
              <a:pathLst>
                <a:path extrusionOk="0" fill="none" h="1" w="22889">
                  <a:moveTo>
                    <a:pt x="0" y="0"/>
                  </a:moveTo>
                  <a:lnTo>
                    <a:pt x="22888" y="0"/>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2" name="Google Shape;952;p53"/>
          <p:cNvGrpSpPr/>
          <p:nvPr/>
        </p:nvGrpSpPr>
        <p:grpSpPr>
          <a:xfrm>
            <a:off x="6095537" y="3058868"/>
            <a:ext cx="1819480" cy="1120841"/>
            <a:chOff x="6314250" y="2280650"/>
            <a:chExt cx="1395200" cy="859475"/>
          </a:xfrm>
        </p:grpSpPr>
        <p:sp>
          <p:nvSpPr>
            <p:cNvPr id="953" name="Google Shape;953;p53"/>
            <p:cNvSpPr/>
            <p:nvPr/>
          </p:nvSpPr>
          <p:spPr>
            <a:xfrm>
              <a:off x="6314250" y="2280650"/>
              <a:ext cx="1395200" cy="859475"/>
            </a:xfrm>
            <a:custGeom>
              <a:rect b="b" l="l" r="r" t="t"/>
              <a:pathLst>
                <a:path extrusionOk="0" h="34379" w="55808">
                  <a:moveTo>
                    <a:pt x="50974" y="34378"/>
                  </a:moveTo>
                  <a:lnTo>
                    <a:pt x="4834" y="34378"/>
                  </a:lnTo>
                  <a:cubicBezTo>
                    <a:pt x="2159" y="34378"/>
                    <a:pt x="1" y="32220"/>
                    <a:pt x="1" y="29576"/>
                  </a:cubicBezTo>
                  <a:lnTo>
                    <a:pt x="1" y="4834"/>
                  </a:lnTo>
                  <a:cubicBezTo>
                    <a:pt x="1" y="2159"/>
                    <a:pt x="2159" y="1"/>
                    <a:pt x="4834" y="1"/>
                  </a:cubicBezTo>
                  <a:lnTo>
                    <a:pt x="50974" y="1"/>
                  </a:lnTo>
                  <a:cubicBezTo>
                    <a:pt x="53649" y="1"/>
                    <a:pt x="55807" y="2159"/>
                    <a:pt x="55807" y="4834"/>
                  </a:cubicBezTo>
                  <a:lnTo>
                    <a:pt x="55807" y="29576"/>
                  </a:lnTo>
                  <a:cubicBezTo>
                    <a:pt x="55807" y="32220"/>
                    <a:pt x="53649" y="34378"/>
                    <a:pt x="50974" y="34378"/>
                  </a:cubicBezTo>
                  <a:close/>
                </a:path>
              </a:pathLst>
            </a:custGeom>
            <a:gradFill>
              <a:gsLst>
                <a:gs pos="0">
                  <a:schemeClr val="accent2"/>
                </a:gs>
                <a:gs pos="100000">
                  <a:schemeClr val="accent6"/>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53"/>
            <p:cNvSpPr/>
            <p:nvPr/>
          </p:nvSpPr>
          <p:spPr>
            <a:xfrm>
              <a:off x="6435838" y="2887050"/>
              <a:ext cx="548675" cy="155050"/>
            </a:xfrm>
            <a:custGeom>
              <a:rect b="b" l="l" r="r" t="t"/>
              <a:pathLst>
                <a:path extrusionOk="0" h="6202" w="21947">
                  <a:moveTo>
                    <a:pt x="18846" y="6201"/>
                  </a:moveTo>
                  <a:lnTo>
                    <a:pt x="3101" y="6201"/>
                  </a:lnTo>
                  <a:cubicBezTo>
                    <a:pt x="1399" y="6201"/>
                    <a:pt x="0" y="4803"/>
                    <a:pt x="0" y="3101"/>
                  </a:cubicBezTo>
                  <a:lnTo>
                    <a:pt x="0" y="3101"/>
                  </a:lnTo>
                  <a:cubicBezTo>
                    <a:pt x="0" y="1399"/>
                    <a:pt x="1399" y="1"/>
                    <a:pt x="3101" y="1"/>
                  </a:cubicBezTo>
                  <a:lnTo>
                    <a:pt x="18846" y="1"/>
                  </a:lnTo>
                  <a:cubicBezTo>
                    <a:pt x="20548" y="1"/>
                    <a:pt x="21946" y="1399"/>
                    <a:pt x="21946" y="3101"/>
                  </a:cubicBezTo>
                  <a:lnTo>
                    <a:pt x="21946" y="3101"/>
                  </a:lnTo>
                  <a:cubicBezTo>
                    <a:pt x="21946" y="4803"/>
                    <a:pt x="20548" y="6201"/>
                    <a:pt x="18846" y="620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3"/>
            <p:cNvSpPr/>
            <p:nvPr/>
          </p:nvSpPr>
          <p:spPr>
            <a:xfrm>
              <a:off x="6565775" y="2964550"/>
              <a:ext cx="288800" cy="25"/>
            </a:xfrm>
            <a:custGeom>
              <a:rect b="b" l="l" r="r" t="t"/>
              <a:pathLst>
                <a:path extrusionOk="0" fill="none" h="1" w="11552">
                  <a:moveTo>
                    <a:pt x="1" y="1"/>
                  </a:moveTo>
                  <a:lnTo>
                    <a:pt x="11551"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53"/>
            <p:cNvSpPr/>
            <p:nvPr/>
          </p:nvSpPr>
          <p:spPr>
            <a:xfrm>
              <a:off x="6435075" y="2622600"/>
              <a:ext cx="1155075" cy="195325"/>
            </a:xfrm>
            <a:custGeom>
              <a:rect b="b" l="l" r="r" t="t"/>
              <a:pathLst>
                <a:path extrusionOk="0" h="7813" w="46203">
                  <a:moveTo>
                    <a:pt x="2280" y="1"/>
                  </a:moveTo>
                  <a:cubicBezTo>
                    <a:pt x="1034" y="1"/>
                    <a:pt x="1" y="1004"/>
                    <a:pt x="1" y="2281"/>
                  </a:cubicBezTo>
                  <a:lnTo>
                    <a:pt x="1" y="5533"/>
                  </a:lnTo>
                  <a:cubicBezTo>
                    <a:pt x="1" y="6779"/>
                    <a:pt x="1034" y="7813"/>
                    <a:pt x="2280" y="7813"/>
                  </a:cubicBezTo>
                  <a:lnTo>
                    <a:pt x="43922" y="7813"/>
                  </a:lnTo>
                  <a:cubicBezTo>
                    <a:pt x="45199" y="7813"/>
                    <a:pt x="46202" y="6779"/>
                    <a:pt x="46202" y="5533"/>
                  </a:cubicBezTo>
                  <a:lnTo>
                    <a:pt x="46202" y="2281"/>
                  </a:lnTo>
                  <a:cubicBezTo>
                    <a:pt x="46202" y="1004"/>
                    <a:pt x="45199" y="1"/>
                    <a:pt x="43922" y="1"/>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3"/>
            <p:cNvSpPr/>
            <p:nvPr/>
          </p:nvSpPr>
          <p:spPr>
            <a:xfrm>
              <a:off x="6435075" y="2384775"/>
              <a:ext cx="1155075" cy="195300"/>
            </a:xfrm>
            <a:custGeom>
              <a:rect b="b" l="l" r="r" t="t"/>
              <a:pathLst>
                <a:path extrusionOk="0" h="7812" w="46203">
                  <a:moveTo>
                    <a:pt x="2280" y="0"/>
                  </a:moveTo>
                  <a:cubicBezTo>
                    <a:pt x="1034" y="0"/>
                    <a:pt x="1" y="1034"/>
                    <a:pt x="1" y="2280"/>
                  </a:cubicBezTo>
                  <a:lnTo>
                    <a:pt x="1" y="5532"/>
                  </a:lnTo>
                  <a:cubicBezTo>
                    <a:pt x="1" y="6809"/>
                    <a:pt x="1034" y="7812"/>
                    <a:pt x="2280" y="7812"/>
                  </a:cubicBezTo>
                  <a:lnTo>
                    <a:pt x="43922" y="7812"/>
                  </a:lnTo>
                  <a:cubicBezTo>
                    <a:pt x="45199" y="7812"/>
                    <a:pt x="46202" y="6809"/>
                    <a:pt x="46202" y="5532"/>
                  </a:cubicBezTo>
                  <a:lnTo>
                    <a:pt x="46202" y="2280"/>
                  </a:lnTo>
                  <a:cubicBezTo>
                    <a:pt x="46202" y="1034"/>
                    <a:pt x="45199" y="0"/>
                    <a:pt x="43922" y="0"/>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3"/>
            <p:cNvSpPr/>
            <p:nvPr/>
          </p:nvSpPr>
          <p:spPr>
            <a:xfrm>
              <a:off x="7041463" y="2887050"/>
              <a:ext cx="548675" cy="155050"/>
            </a:xfrm>
            <a:custGeom>
              <a:rect b="b" l="l" r="r" t="t"/>
              <a:pathLst>
                <a:path extrusionOk="0" h="6202" w="21947">
                  <a:moveTo>
                    <a:pt x="18846" y="6201"/>
                  </a:moveTo>
                  <a:lnTo>
                    <a:pt x="3101" y="6201"/>
                  </a:lnTo>
                  <a:cubicBezTo>
                    <a:pt x="1399" y="6201"/>
                    <a:pt x="0" y="4803"/>
                    <a:pt x="0" y="3101"/>
                  </a:cubicBezTo>
                  <a:lnTo>
                    <a:pt x="0" y="3101"/>
                  </a:lnTo>
                  <a:cubicBezTo>
                    <a:pt x="0" y="1399"/>
                    <a:pt x="1399" y="1"/>
                    <a:pt x="3101" y="1"/>
                  </a:cubicBezTo>
                  <a:lnTo>
                    <a:pt x="18846" y="1"/>
                  </a:lnTo>
                  <a:cubicBezTo>
                    <a:pt x="20548" y="1"/>
                    <a:pt x="21946" y="1399"/>
                    <a:pt x="21946" y="3101"/>
                  </a:cubicBezTo>
                  <a:lnTo>
                    <a:pt x="21946" y="3101"/>
                  </a:lnTo>
                  <a:cubicBezTo>
                    <a:pt x="21946" y="4803"/>
                    <a:pt x="20548" y="6201"/>
                    <a:pt x="18846" y="6201"/>
                  </a:cubicBezTo>
                  <a:close/>
                </a:path>
              </a:pathLst>
            </a:cu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3"/>
            <p:cNvSpPr/>
            <p:nvPr/>
          </p:nvSpPr>
          <p:spPr>
            <a:xfrm>
              <a:off x="7171425" y="2964550"/>
              <a:ext cx="288775" cy="25"/>
            </a:xfrm>
            <a:custGeom>
              <a:rect b="b" l="l" r="r" t="t"/>
              <a:pathLst>
                <a:path extrusionOk="0" fill="none" h="1" w="11551">
                  <a:moveTo>
                    <a:pt x="0" y="1"/>
                  </a:moveTo>
                  <a:lnTo>
                    <a:pt x="11550"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3"/>
            <p:cNvSpPr/>
            <p:nvPr/>
          </p:nvSpPr>
          <p:spPr>
            <a:xfrm>
              <a:off x="6521700" y="2706950"/>
              <a:ext cx="33475" cy="35750"/>
            </a:xfrm>
            <a:custGeom>
              <a:rect b="b" l="l" r="r" t="t"/>
              <a:pathLst>
                <a:path extrusionOk="0" h="1430" w="1339">
                  <a:moveTo>
                    <a:pt x="578" y="1"/>
                  </a:moveTo>
                  <a:lnTo>
                    <a:pt x="609" y="609"/>
                  </a:lnTo>
                  <a:lnTo>
                    <a:pt x="609" y="609"/>
                  </a:lnTo>
                  <a:lnTo>
                    <a:pt x="122" y="274"/>
                  </a:lnTo>
                  <a:lnTo>
                    <a:pt x="1" y="457"/>
                  </a:lnTo>
                  <a:lnTo>
                    <a:pt x="548" y="700"/>
                  </a:lnTo>
                  <a:lnTo>
                    <a:pt x="1" y="943"/>
                  </a:lnTo>
                  <a:lnTo>
                    <a:pt x="122" y="1156"/>
                  </a:lnTo>
                  <a:lnTo>
                    <a:pt x="609" y="822"/>
                  </a:lnTo>
                  <a:lnTo>
                    <a:pt x="578" y="1429"/>
                  </a:lnTo>
                  <a:lnTo>
                    <a:pt x="791" y="1429"/>
                  </a:lnTo>
                  <a:lnTo>
                    <a:pt x="730" y="822"/>
                  </a:lnTo>
                  <a:lnTo>
                    <a:pt x="1217" y="1156"/>
                  </a:lnTo>
                  <a:lnTo>
                    <a:pt x="1338" y="943"/>
                  </a:lnTo>
                  <a:lnTo>
                    <a:pt x="791" y="700"/>
                  </a:lnTo>
                  <a:lnTo>
                    <a:pt x="1338" y="457"/>
                  </a:lnTo>
                  <a:lnTo>
                    <a:pt x="1217" y="274"/>
                  </a:lnTo>
                  <a:lnTo>
                    <a:pt x="730" y="609"/>
                  </a:lnTo>
                  <a:lnTo>
                    <a:pt x="791" y="1"/>
                  </a:lnTo>
                  <a:close/>
                </a:path>
              </a:pathLst>
            </a:custGeom>
            <a:solidFill>
              <a:srgbClr val="D3698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3"/>
            <p:cNvSpPr/>
            <p:nvPr/>
          </p:nvSpPr>
          <p:spPr>
            <a:xfrm>
              <a:off x="6580225" y="2706950"/>
              <a:ext cx="33450" cy="35750"/>
            </a:xfrm>
            <a:custGeom>
              <a:rect b="b" l="l" r="r" t="t"/>
              <a:pathLst>
                <a:path extrusionOk="0" h="1430" w="1338">
                  <a:moveTo>
                    <a:pt x="578" y="1"/>
                  </a:moveTo>
                  <a:lnTo>
                    <a:pt x="608" y="609"/>
                  </a:lnTo>
                  <a:lnTo>
                    <a:pt x="608" y="609"/>
                  </a:lnTo>
                  <a:lnTo>
                    <a:pt x="122" y="274"/>
                  </a:lnTo>
                  <a:lnTo>
                    <a:pt x="31" y="457"/>
                  </a:lnTo>
                  <a:lnTo>
                    <a:pt x="547" y="700"/>
                  </a:lnTo>
                  <a:lnTo>
                    <a:pt x="0" y="943"/>
                  </a:lnTo>
                  <a:lnTo>
                    <a:pt x="122" y="1156"/>
                  </a:lnTo>
                  <a:lnTo>
                    <a:pt x="608" y="822"/>
                  </a:lnTo>
                  <a:lnTo>
                    <a:pt x="578" y="1429"/>
                  </a:lnTo>
                  <a:lnTo>
                    <a:pt x="791" y="1429"/>
                  </a:lnTo>
                  <a:lnTo>
                    <a:pt x="760" y="822"/>
                  </a:lnTo>
                  <a:lnTo>
                    <a:pt x="1246" y="1156"/>
                  </a:lnTo>
                  <a:lnTo>
                    <a:pt x="1338" y="943"/>
                  </a:lnTo>
                  <a:lnTo>
                    <a:pt x="821" y="700"/>
                  </a:lnTo>
                  <a:lnTo>
                    <a:pt x="1338" y="457"/>
                  </a:lnTo>
                  <a:lnTo>
                    <a:pt x="1246" y="274"/>
                  </a:lnTo>
                  <a:lnTo>
                    <a:pt x="760" y="609"/>
                  </a:lnTo>
                  <a:lnTo>
                    <a:pt x="760" y="609"/>
                  </a:lnTo>
                  <a:lnTo>
                    <a:pt x="791" y="1"/>
                  </a:lnTo>
                  <a:close/>
                </a:path>
              </a:pathLst>
            </a:custGeom>
            <a:solidFill>
              <a:srgbClr val="D3698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53"/>
            <p:cNvSpPr/>
            <p:nvPr/>
          </p:nvSpPr>
          <p:spPr>
            <a:xfrm>
              <a:off x="6639500" y="2706950"/>
              <a:ext cx="33450" cy="35750"/>
            </a:xfrm>
            <a:custGeom>
              <a:rect b="b" l="l" r="r" t="t"/>
              <a:pathLst>
                <a:path extrusionOk="0" h="1430" w="1338">
                  <a:moveTo>
                    <a:pt x="547" y="1"/>
                  </a:moveTo>
                  <a:lnTo>
                    <a:pt x="608" y="609"/>
                  </a:lnTo>
                  <a:lnTo>
                    <a:pt x="122" y="274"/>
                  </a:lnTo>
                  <a:lnTo>
                    <a:pt x="0" y="457"/>
                  </a:lnTo>
                  <a:lnTo>
                    <a:pt x="547" y="700"/>
                  </a:lnTo>
                  <a:lnTo>
                    <a:pt x="0" y="943"/>
                  </a:lnTo>
                  <a:lnTo>
                    <a:pt x="122" y="1156"/>
                  </a:lnTo>
                  <a:lnTo>
                    <a:pt x="608" y="822"/>
                  </a:lnTo>
                  <a:lnTo>
                    <a:pt x="547" y="1429"/>
                  </a:lnTo>
                  <a:lnTo>
                    <a:pt x="790" y="1429"/>
                  </a:lnTo>
                  <a:lnTo>
                    <a:pt x="730" y="822"/>
                  </a:lnTo>
                  <a:lnTo>
                    <a:pt x="1216" y="1156"/>
                  </a:lnTo>
                  <a:lnTo>
                    <a:pt x="1337" y="943"/>
                  </a:lnTo>
                  <a:lnTo>
                    <a:pt x="790" y="700"/>
                  </a:lnTo>
                  <a:lnTo>
                    <a:pt x="1337" y="457"/>
                  </a:lnTo>
                  <a:lnTo>
                    <a:pt x="1216" y="274"/>
                  </a:lnTo>
                  <a:lnTo>
                    <a:pt x="730" y="609"/>
                  </a:lnTo>
                  <a:lnTo>
                    <a:pt x="790" y="1"/>
                  </a:lnTo>
                  <a:close/>
                </a:path>
              </a:pathLst>
            </a:custGeom>
            <a:solidFill>
              <a:srgbClr val="D3698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3"/>
            <p:cNvSpPr/>
            <p:nvPr/>
          </p:nvSpPr>
          <p:spPr>
            <a:xfrm>
              <a:off x="6698000" y="2706950"/>
              <a:ext cx="33450" cy="35750"/>
            </a:xfrm>
            <a:custGeom>
              <a:rect b="b" l="l" r="r" t="t"/>
              <a:pathLst>
                <a:path extrusionOk="0" h="1430" w="1338">
                  <a:moveTo>
                    <a:pt x="578" y="1"/>
                  </a:moveTo>
                  <a:lnTo>
                    <a:pt x="608" y="609"/>
                  </a:lnTo>
                  <a:lnTo>
                    <a:pt x="608" y="609"/>
                  </a:lnTo>
                  <a:lnTo>
                    <a:pt x="122" y="274"/>
                  </a:lnTo>
                  <a:lnTo>
                    <a:pt x="1" y="457"/>
                  </a:lnTo>
                  <a:lnTo>
                    <a:pt x="548" y="700"/>
                  </a:lnTo>
                  <a:lnTo>
                    <a:pt x="1" y="943"/>
                  </a:lnTo>
                  <a:lnTo>
                    <a:pt x="122" y="1156"/>
                  </a:lnTo>
                  <a:lnTo>
                    <a:pt x="608" y="822"/>
                  </a:lnTo>
                  <a:lnTo>
                    <a:pt x="578" y="1429"/>
                  </a:lnTo>
                  <a:lnTo>
                    <a:pt x="791" y="1429"/>
                  </a:lnTo>
                  <a:lnTo>
                    <a:pt x="730" y="822"/>
                  </a:lnTo>
                  <a:lnTo>
                    <a:pt x="1247" y="1156"/>
                  </a:lnTo>
                  <a:lnTo>
                    <a:pt x="1338" y="943"/>
                  </a:lnTo>
                  <a:lnTo>
                    <a:pt x="791" y="700"/>
                  </a:lnTo>
                  <a:lnTo>
                    <a:pt x="1338" y="457"/>
                  </a:lnTo>
                  <a:lnTo>
                    <a:pt x="1247" y="274"/>
                  </a:lnTo>
                  <a:lnTo>
                    <a:pt x="730" y="609"/>
                  </a:lnTo>
                  <a:lnTo>
                    <a:pt x="791" y="1"/>
                  </a:lnTo>
                  <a:close/>
                </a:path>
              </a:pathLst>
            </a:custGeom>
            <a:solidFill>
              <a:srgbClr val="D3698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3"/>
            <p:cNvSpPr/>
            <p:nvPr/>
          </p:nvSpPr>
          <p:spPr>
            <a:xfrm>
              <a:off x="6757275" y="2706950"/>
              <a:ext cx="33450" cy="35750"/>
            </a:xfrm>
            <a:custGeom>
              <a:rect b="b" l="l" r="r" t="t"/>
              <a:pathLst>
                <a:path extrusionOk="0" h="1430" w="1338">
                  <a:moveTo>
                    <a:pt x="548" y="1"/>
                  </a:moveTo>
                  <a:lnTo>
                    <a:pt x="608" y="609"/>
                  </a:lnTo>
                  <a:lnTo>
                    <a:pt x="92" y="274"/>
                  </a:lnTo>
                  <a:lnTo>
                    <a:pt x="0" y="457"/>
                  </a:lnTo>
                  <a:lnTo>
                    <a:pt x="517" y="700"/>
                  </a:lnTo>
                  <a:lnTo>
                    <a:pt x="0" y="943"/>
                  </a:lnTo>
                  <a:lnTo>
                    <a:pt x="92" y="1156"/>
                  </a:lnTo>
                  <a:lnTo>
                    <a:pt x="578" y="822"/>
                  </a:lnTo>
                  <a:lnTo>
                    <a:pt x="548" y="1429"/>
                  </a:lnTo>
                  <a:lnTo>
                    <a:pt x="760" y="1429"/>
                  </a:lnTo>
                  <a:lnTo>
                    <a:pt x="730" y="822"/>
                  </a:lnTo>
                  <a:lnTo>
                    <a:pt x="1216" y="1156"/>
                  </a:lnTo>
                  <a:lnTo>
                    <a:pt x="1338" y="943"/>
                  </a:lnTo>
                  <a:lnTo>
                    <a:pt x="791" y="700"/>
                  </a:lnTo>
                  <a:lnTo>
                    <a:pt x="1307" y="457"/>
                  </a:lnTo>
                  <a:lnTo>
                    <a:pt x="1216" y="274"/>
                  </a:lnTo>
                  <a:lnTo>
                    <a:pt x="730" y="609"/>
                  </a:lnTo>
                  <a:lnTo>
                    <a:pt x="730" y="609"/>
                  </a:lnTo>
                  <a:lnTo>
                    <a:pt x="760" y="1"/>
                  </a:lnTo>
                  <a:close/>
                </a:path>
              </a:pathLst>
            </a:custGeom>
            <a:solidFill>
              <a:srgbClr val="D3698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3"/>
            <p:cNvSpPr/>
            <p:nvPr/>
          </p:nvSpPr>
          <p:spPr>
            <a:xfrm>
              <a:off x="6815775" y="2706950"/>
              <a:ext cx="33475" cy="35750"/>
            </a:xfrm>
            <a:custGeom>
              <a:rect b="b" l="l" r="r" t="t"/>
              <a:pathLst>
                <a:path extrusionOk="0" h="1430" w="1339">
                  <a:moveTo>
                    <a:pt x="548" y="1"/>
                  </a:moveTo>
                  <a:lnTo>
                    <a:pt x="609" y="609"/>
                  </a:lnTo>
                  <a:lnTo>
                    <a:pt x="122" y="274"/>
                  </a:lnTo>
                  <a:lnTo>
                    <a:pt x="1" y="457"/>
                  </a:lnTo>
                  <a:lnTo>
                    <a:pt x="548" y="700"/>
                  </a:lnTo>
                  <a:lnTo>
                    <a:pt x="1" y="943"/>
                  </a:lnTo>
                  <a:lnTo>
                    <a:pt x="122" y="1156"/>
                  </a:lnTo>
                  <a:lnTo>
                    <a:pt x="609" y="822"/>
                  </a:lnTo>
                  <a:lnTo>
                    <a:pt x="548" y="1429"/>
                  </a:lnTo>
                  <a:lnTo>
                    <a:pt x="791" y="1429"/>
                  </a:lnTo>
                  <a:lnTo>
                    <a:pt x="730" y="822"/>
                  </a:lnTo>
                  <a:lnTo>
                    <a:pt x="1217" y="1156"/>
                  </a:lnTo>
                  <a:lnTo>
                    <a:pt x="1338" y="943"/>
                  </a:lnTo>
                  <a:lnTo>
                    <a:pt x="791" y="700"/>
                  </a:lnTo>
                  <a:lnTo>
                    <a:pt x="1338" y="457"/>
                  </a:lnTo>
                  <a:lnTo>
                    <a:pt x="1217" y="274"/>
                  </a:lnTo>
                  <a:lnTo>
                    <a:pt x="730" y="609"/>
                  </a:lnTo>
                  <a:lnTo>
                    <a:pt x="791" y="1"/>
                  </a:lnTo>
                  <a:close/>
                </a:path>
              </a:pathLst>
            </a:custGeom>
            <a:solidFill>
              <a:srgbClr val="D3698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3"/>
            <p:cNvSpPr/>
            <p:nvPr/>
          </p:nvSpPr>
          <p:spPr>
            <a:xfrm>
              <a:off x="6874300" y="2706950"/>
              <a:ext cx="33450" cy="35750"/>
            </a:xfrm>
            <a:custGeom>
              <a:rect b="b" l="l" r="r" t="t"/>
              <a:pathLst>
                <a:path extrusionOk="0" h="1430" w="1338">
                  <a:moveTo>
                    <a:pt x="578" y="1"/>
                  </a:moveTo>
                  <a:lnTo>
                    <a:pt x="608" y="609"/>
                  </a:lnTo>
                  <a:lnTo>
                    <a:pt x="122" y="274"/>
                  </a:lnTo>
                  <a:lnTo>
                    <a:pt x="0" y="457"/>
                  </a:lnTo>
                  <a:lnTo>
                    <a:pt x="547" y="700"/>
                  </a:lnTo>
                  <a:lnTo>
                    <a:pt x="0" y="943"/>
                  </a:lnTo>
                  <a:lnTo>
                    <a:pt x="122" y="1156"/>
                  </a:lnTo>
                  <a:lnTo>
                    <a:pt x="608" y="822"/>
                  </a:lnTo>
                  <a:lnTo>
                    <a:pt x="578" y="1429"/>
                  </a:lnTo>
                  <a:lnTo>
                    <a:pt x="791" y="1429"/>
                  </a:lnTo>
                  <a:lnTo>
                    <a:pt x="760" y="822"/>
                  </a:lnTo>
                  <a:lnTo>
                    <a:pt x="1247" y="1156"/>
                  </a:lnTo>
                  <a:lnTo>
                    <a:pt x="1338" y="943"/>
                  </a:lnTo>
                  <a:lnTo>
                    <a:pt x="821" y="700"/>
                  </a:lnTo>
                  <a:lnTo>
                    <a:pt x="1338" y="457"/>
                  </a:lnTo>
                  <a:lnTo>
                    <a:pt x="1247" y="274"/>
                  </a:lnTo>
                  <a:lnTo>
                    <a:pt x="760" y="609"/>
                  </a:lnTo>
                  <a:lnTo>
                    <a:pt x="760" y="609"/>
                  </a:lnTo>
                  <a:lnTo>
                    <a:pt x="791" y="1"/>
                  </a:lnTo>
                  <a:close/>
                </a:path>
              </a:pathLst>
            </a:custGeom>
            <a:solidFill>
              <a:srgbClr val="D3698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54"/>
          <p:cNvSpPr txBox="1"/>
          <p:nvPr>
            <p:ph idx="1" type="body"/>
          </p:nvPr>
        </p:nvSpPr>
        <p:spPr>
          <a:xfrm>
            <a:off x="618550" y="1640350"/>
            <a:ext cx="4035600" cy="3012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t>For the sentiment classification task, the best-performing model was BERT-base-uncased, a pre-trained transformer model from the Hugging Face library. This model demonstrated superior accuracy and generalization compared to traditional machine learning approaches and other transformer variants. Its deep contextual understanding of language allowed it to effectively capture sentiment nuances within product reviews. Fine-tuning BERT-base-uncased on the labeled dataset, combined with class weights to handle imbalance, resulted in significantly improved performance, especially on the minority classes.</a:t>
            </a:r>
            <a:endParaRPr sz="1200"/>
          </a:p>
        </p:txBody>
      </p:sp>
      <p:sp>
        <p:nvSpPr>
          <p:cNvPr id="972" name="Google Shape;972;p54"/>
          <p:cNvSpPr txBox="1"/>
          <p:nvPr>
            <p:ph idx="4294967295"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 Review Classification</a:t>
            </a:r>
            <a:endParaRPr/>
          </a:p>
        </p:txBody>
      </p:sp>
      <p:pic>
        <p:nvPicPr>
          <p:cNvPr id="973" name="Google Shape;973;p54" title="Screenshot 1446-10-13 at 3.03.01 pm.png"/>
          <p:cNvPicPr preferRelativeResize="0"/>
          <p:nvPr/>
        </p:nvPicPr>
        <p:blipFill rotWithShape="1">
          <a:blip r:embed="rId3">
            <a:alphaModFix/>
          </a:blip>
          <a:srcRect b="13095" l="6407" r="55408" t="63766"/>
          <a:stretch/>
        </p:blipFill>
        <p:spPr>
          <a:xfrm>
            <a:off x="5152775" y="1640350"/>
            <a:ext cx="3277952" cy="22242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55"/>
          <p:cNvSpPr txBox="1"/>
          <p:nvPr>
            <p:ph idx="1" type="body"/>
          </p:nvPr>
        </p:nvSpPr>
        <p:spPr>
          <a:xfrm>
            <a:off x="618550" y="1640350"/>
            <a:ext cx="4035600" cy="3012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t>To organize and better understand the diverse product categories in the dataset, I applied unsupervised clustering using Sentence-BERT embeddings. Specifically, I used the </a:t>
            </a:r>
            <a:r>
              <a:rPr b="1" lang="en" sz="1200"/>
              <a:t>distilbert-base-nli-stsb-mean-tokens</a:t>
            </a:r>
            <a:r>
              <a:rPr lang="en" sz="1200"/>
              <a:t> model from SentenceTransformers to generate dense vector representations of the product category text. These embeddings captured semantic similarity between category names. I then applied K-Means clustering on the embeddings to group similar products into broader meta-categories.</a:t>
            </a:r>
            <a:endParaRPr sz="1200"/>
          </a:p>
        </p:txBody>
      </p:sp>
      <p:sp>
        <p:nvSpPr>
          <p:cNvPr id="979" name="Google Shape;979;p55"/>
          <p:cNvSpPr txBox="1"/>
          <p:nvPr>
            <p:ph idx="4294967295"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 Product Category Clustering</a:t>
            </a:r>
            <a:endParaRPr/>
          </a:p>
        </p:txBody>
      </p:sp>
      <p:pic>
        <p:nvPicPr>
          <p:cNvPr id="980" name="Google Shape;980;p55"/>
          <p:cNvPicPr preferRelativeResize="0"/>
          <p:nvPr/>
        </p:nvPicPr>
        <p:blipFill rotWithShape="1">
          <a:blip r:embed="rId3">
            <a:alphaModFix/>
          </a:blip>
          <a:srcRect b="0" l="0" r="6603" t="0"/>
          <a:stretch/>
        </p:blipFill>
        <p:spPr>
          <a:xfrm>
            <a:off x="5349350" y="1488325"/>
            <a:ext cx="4035600" cy="2879700"/>
          </a:xfrm>
          <a:prstGeom prst="roundRect">
            <a:avLst>
              <a:gd fmla="val 16667" name="adj"/>
            </a:avLst>
          </a:prstGeom>
          <a:noFill/>
          <a:ln cap="flat" cmpd="sng" w="9525">
            <a:solidFill>
              <a:schemeClr val="lt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56"/>
          <p:cNvSpPr txBox="1"/>
          <p:nvPr>
            <p:ph idx="1" type="body"/>
          </p:nvPr>
        </p:nvSpPr>
        <p:spPr>
          <a:xfrm>
            <a:off x="618550" y="1640350"/>
            <a:ext cx="4035600" cy="3012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200"/>
              <a:t>To generate meaningful review summaries, I used the OpenAI API to create article-style outputs highlighting top products, their unique strengths, and key customer complaints. Reviews were grouped by product, and average star ratings were calculated to identify the Top 3 and Worst products within each category. I then extracted key complaints using simple keyword matching from negative review content. This structured input was passed to the generative model, which produced clear summaries for each product category</a:t>
            </a:r>
            <a:endParaRPr sz="1200"/>
          </a:p>
        </p:txBody>
      </p:sp>
      <p:sp>
        <p:nvSpPr>
          <p:cNvPr id="986" name="Google Shape;986;p56"/>
          <p:cNvSpPr txBox="1"/>
          <p:nvPr>
            <p:ph idx="4294967295"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 Review Summarization Using Generative AI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57"/>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7"/>
          <p:cNvSpPr txBox="1"/>
          <p:nvPr>
            <p:ph type="title"/>
          </p:nvPr>
        </p:nvSpPr>
        <p:spPr>
          <a:xfrm>
            <a:off x="693600" y="3549475"/>
            <a:ext cx="7756800" cy="95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 and Insights</a:t>
            </a:r>
            <a:endParaRPr/>
          </a:p>
          <a:p>
            <a:pPr indent="0" lvl="0" marL="0" rtl="0" algn="ctr">
              <a:spcBef>
                <a:spcPts val="0"/>
              </a:spcBef>
              <a:spcAft>
                <a:spcPts val="0"/>
              </a:spcAft>
              <a:buNone/>
            </a:pPr>
            <a:r>
              <a:t/>
            </a:r>
            <a:endParaRPr/>
          </a:p>
        </p:txBody>
      </p:sp>
      <p:sp>
        <p:nvSpPr>
          <p:cNvPr id="993" name="Google Shape;993;p57"/>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grpSp>
        <p:nvGrpSpPr>
          <p:cNvPr id="994" name="Google Shape;994;p57"/>
          <p:cNvGrpSpPr/>
          <p:nvPr/>
        </p:nvGrpSpPr>
        <p:grpSpPr>
          <a:xfrm>
            <a:off x="6543922" y="843718"/>
            <a:ext cx="851910" cy="781546"/>
            <a:chOff x="7145197" y="889118"/>
            <a:chExt cx="851910" cy="781546"/>
          </a:xfrm>
        </p:grpSpPr>
        <p:sp>
          <p:nvSpPr>
            <p:cNvPr id="995" name="Google Shape;995;p57"/>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7"/>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7"/>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7"/>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58"/>
          <p:cNvSpPr txBox="1"/>
          <p:nvPr>
            <p:ph idx="1" type="body"/>
          </p:nvPr>
        </p:nvSpPr>
        <p:spPr>
          <a:xfrm>
            <a:off x="4761600" y="1621275"/>
            <a:ext cx="3620100" cy="3086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300"/>
              <a:t>Through this project, I explored the power of NLP in extracting value from customer reviews. Tackling class imbalance, I enhanced sentiment classification using BERT-base-uncased, and grouped similar products using Sentence-BERT embeddings with K-Means. Finally, with OpenAI's generative models, I produced readable summaries highlighting product strengths and customer pain points. This end-to-end approach not only improved product understanding but also demonstrated how AI can support smarter decision-making in e-commerce.</a:t>
            </a:r>
            <a:endParaRPr sz="1300"/>
          </a:p>
        </p:txBody>
      </p:sp>
      <p:grpSp>
        <p:nvGrpSpPr>
          <p:cNvPr id="1004" name="Google Shape;1004;p58"/>
          <p:cNvGrpSpPr/>
          <p:nvPr/>
        </p:nvGrpSpPr>
        <p:grpSpPr>
          <a:xfrm>
            <a:off x="1174374" y="713202"/>
            <a:ext cx="2677797" cy="3712247"/>
            <a:chOff x="793425" y="683138"/>
            <a:chExt cx="2724661" cy="3777216"/>
          </a:xfrm>
        </p:grpSpPr>
        <p:grpSp>
          <p:nvGrpSpPr>
            <p:cNvPr id="1005" name="Google Shape;1005;p58"/>
            <p:cNvGrpSpPr/>
            <p:nvPr/>
          </p:nvGrpSpPr>
          <p:grpSpPr>
            <a:xfrm>
              <a:off x="793425" y="683138"/>
              <a:ext cx="2724661" cy="3777216"/>
              <a:chOff x="793425" y="991325"/>
              <a:chExt cx="2724661" cy="3777216"/>
            </a:xfrm>
          </p:grpSpPr>
          <p:sp>
            <p:nvSpPr>
              <p:cNvPr id="1006" name="Google Shape;1006;p58"/>
              <p:cNvSpPr/>
              <p:nvPr/>
            </p:nvSpPr>
            <p:spPr>
              <a:xfrm>
                <a:off x="1933156" y="1214746"/>
                <a:ext cx="1584930" cy="3321634"/>
              </a:xfrm>
              <a:custGeom>
                <a:rect b="b" l="l" r="r" t="t"/>
                <a:pathLst>
                  <a:path extrusionOk="0" h="115686" w="55200">
                    <a:moveTo>
                      <a:pt x="48847" y="115686"/>
                    </a:moveTo>
                    <a:lnTo>
                      <a:pt x="6353" y="115686"/>
                    </a:lnTo>
                    <a:cubicBezTo>
                      <a:pt x="2858" y="115686"/>
                      <a:pt x="1" y="112829"/>
                      <a:pt x="1" y="109333"/>
                    </a:cubicBezTo>
                    <a:lnTo>
                      <a:pt x="1" y="6353"/>
                    </a:lnTo>
                    <a:cubicBezTo>
                      <a:pt x="1" y="2858"/>
                      <a:pt x="2858" y="0"/>
                      <a:pt x="6353" y="0"/>
                    </a:cubicBezTo>
                    <a:lnTo>
                      <a:pt x="48847" y="0"/>
                    </a:lnTo>
                    <a:cubicBezTo>
                      <a:pt x="52342" y="0"/>
                      <a:pt x="55199" y="2858"/>
                      <a:pt x="55199" y="6353"/>
                    </a:cubicBezTo>
                    <a:lnTo>
                      <a:pt x="55199" y="109333"/>
                    </a:lnTo>
                    <a:cubicBezTo>
                      <a:pt x="55199" y="112829"/>
                      <a:pt x="52342" y="115686"/>
                      <a:pt x="48847" y="115686"/>
                    </a:cubicBezTo>
                    <a:close/>
                  </a:path>
                </a:pathLst>
              </a:custGeom>
              <a:gradFill>
                <a:gsLst>
                  <a:gs pos="0">
                    <a:schemeClr val="accent2"/>
                  </a:gs>
                  <a:gs pos="100000">
                    <a:schemeClr val="accent6"/>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8"/>
              <p:cNvSpPr/>
              <p:nvPr/>
            </p:nvSpPr>
            <p:spPr>
              <a:xfrm>
                <a:off x="2292737" y="4104494"/>
                <a:ext cx="865797" cy="214712"/>
              </a:xfrm>
              <a:custGeom>
                <a:rect b="b" l="l" r="r" t="t"/>
                <a:pathLst>
                  <a:path extrusionOk="0" fill="none" h="7478" w="30154">
                    <a:moveTo>
                      <a:pt x="26445" y="7477"/>
                    </a:moveTo>
                    <a:lnTo>
                      <a:pt x="3709" y="7477"/>
                    </a:lnTo>
                    <a:cubicBezTo>
                      <a:pt x="1673" y="7477"/>
                      <a:pt x="1" y="5806"/>
                      <a:pt x="1" y="3739"/>
                    </a:cubicBezTo>
                    <a:lnTo>
                      <a:pt x="1" y="3739"/>
                    </a:lnTo>
                    <a:cubicBezTo>
                      <a:pt x="1" y="1702"/>
                      <a:pt x="1673" y="0"/>
                      <a:pt x="3709" y="0"/>
                    </a:cubicBezTo>
                    <a:lnTo>
                      <a:pt x="26445" y="0"/>
                    </a:lnTo>
                    <a:cubicBezTo>
                      <a:pt x="28482" y="0"/>
                      <a:pt x="30153" y="1702"/>
                      <a:pt x="30153" y="3739"/>
                    </a:cubicBezTo>
                    <a:lnTo>
                      <a:pt x="30153" y="3739"/>
                    </a:lnTo>
                    <a:cubicBezTo>
                      <a:pt x="30153" y="5806"/>
                      <a:pt x="28482" y="7477"/>
                      <a:pt x="26445" y="7477"/>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8"/>
              <p:cNvSpPr/>
              <p:nvPr/>
            </p:nvSpPr>
            <p:spPr>
              <a:xfrm>
                <a:off x="2450720" y="4211826"/>
                <a:ext cx="441627" cy="29"/>
              </a:xfrm>
              <a:custGeom>
                <a:rect b="b" l="l" r="r" t="t"/>
                <a:pathLst>
                  <a:path extrusionOk="0" fill="none" h="1" w="15381">
                    <a:moveTo>
                      <a:pt x="0" y="1"/>
                    </a:moveTo>
                    <a:lnTo>
                      <a:pt x="15381"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8"/>
              <p:cNvSpPr/>
              <p:nvPr/>
            </p:nvSpPr>
            <p:spPr>
              <a:xfrm>
                <a:off x="2970896" y="4190004"/>
                <a:ext cx="38417" cy="44562"/>
              </a:xfrm>
              <a:custGeom>
                <a:rect b="b" l="l" r="r" t="t"/>
                <a:pathLst>
                  <a:path extrusionOk="0" h="1552" w="1338">
                    <a:moveTo>
                      <a:pt x="0" y="1"/>
                    </a:moveTo>
                    <a:lnTo>
                      <a:pt x="0" y="1551"/>
                    </a:lnTo>
                    <a:lnTo>
                      <a:pt x="1338" y="761"/>
                    </a:lnTo>
                    <a:lnTo>
                      <a:pt x="0"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58"/>
              <p:cNvSpPr/>
              <p:nvPr/>
            </p:nvSpPr>
            <p:spPr>
              <a:xfrm>
                <a:off x="2617403" y="1802114"/>
                <a:ext cx="216492" cy="261858"/>
              </a:xfrm>
              <a:custGeom>
                <a:rect b="b" l="l" r="r" t="t"/>
                <a:pathLst>
                  <a:path extrusionOk="0" fill="none" h="9120" w="7540">
                    <a:moveTo>
                      <a:pt x="7539" y="7508"/>
                    </a:moveTo>
                    <a:cubicBezTo>
                      <a:pt x="7539" y="5806"/>
                      <a:pt x="6414" y="4317"/>
                      <a:pt x="4864" y="3709"/>
                    </a:cubicBezTo>
                    <a:cubicBezTo>
                      <a:pt x="5411" y="3375"/>
                      <a:pt x="5776" y="2736"/>
                      <a:pt x="5776" y="2037"/>
                    </a:cubicBezTo>
                    <a:cubicBezTo>
                      <a:pt x="5776" y="912"/>
                      <a:pt x="4895" y="1"/>
                      <a:pt x="3770" y="1"/>
                    </a:cubicBezTo>
                    <a:cubicBezTo>
                      <a:pt x="2645" y="1"/>
                      <a:pt x="1764" y="912"/>
                      <a:pt x="1764" y="2037"/>
                    </a:cubicBezTo>
                    <a:cubicBezTo>
                      <a:pt x="1764" y="2736"/>
                      <a:pt x="2129" y="3375"/>
                      <a:pt x="2706" y="3709"/>
                    </a:cubicBezTo>
                    <a:cubicBezTo>
                      <a:pt x="1126" y="4317"/>
                      <a:pt x="1" y="5806"/>
                      <a:pt x="1" y="7508"/>
                    </a:cubicBezTo>
                    <a:cubicBezTo>
                      <a:pt x="1" y="7508"/>
                      <a:pt x="1217" y="9119"/>
                      <a:pt x="3770" y="9119"/>
                    </a:cubicBezTo>
                    <a:cubicBezTo>
                      <a:pt x="6323" y="9119"/>
                      <a:pt x="7539" y="7508"/>
                      <a:pt x="7539" y="7508"/>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8"/>
              <p:cNvSpPr/>
              <p:nvPr/>
            </p:nvSpPr>
            <p:spPr>
              <a:xfrm>
                <a:off x="2464675" y="1665954"/>
                <a:ext cx="521936" cy="521936"/>
              </a:xfrm>
              <a:custGeom>
                <a:rect b="b" l="l" r="r" t="t"/>
                <a:pathLst>
                  <a:path extrusionOk="0" fill="none" h="18178" w="18178">
                    <a:moveTo>
                      <a:pt x="12129" y="1673"/>
                    </a:moveTo>
                    <a:cubicBezTo>
                      <a:pt x="16202" y="3344"/>
                      <a:pt x="18177" y="8025"/>
                      <a:pt x="16506" y="12129"/>
                    </a:cubicBezTo>
                    <a:cubicBezTo>
                      <a:pt x="14834" y="16232"/>
                      <a:pt x="10153" y="18177"/>
                      <a:pt x="6049" y="16506"/>
                    </a:cubicBezTo>
                    <a:cubicBezTo>
                      <a:pt x="1976" y="14834"/>
                      <a:pt x="1" y="10183"/>
                      <a:pt x="1672" y="6080"/>
                    </a:cubicBezTo>
                    <a:cubicBezTo>
                      <a:pt x="3344" y="1977"/>
                      <a:pt x="8025" y="1"/>
                      <a:pt x="12129" y="1673"/>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8"/>
              <p:cNvSpPr/>
              <p:nvPr/>
            </p:nvSpPr>
            <p:spPr>
              <a:xfrm>
                <a:off x="2358204" y="2248986"/>
                <a:ext cx="734868" cy="29"/>
              </a:xfrm>
              <a:custGeom>
                <a:rect b="b" l="l" r="r" t="t"/>
                <a:pathLst>
                  <a:path extrusionOk="0" fill="none" h="1" w="25594">
                    <a:moveTo>
                      <a:pt x="0" y="0"/>
                    </a:moveTo>
                    <a:lnTo>
                      <a:pt x="25594" y="0"/>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8"/>
              <p:cNvSpPr/>
              <p:nvPr/>
            </p:nvSpPr>
            <p:spPr>
              <a:xfrm>
                <a:off x="2478658" y="2314424"/>
                <a:ext cx="494860" cy="29"/>
              </a:xfrm>
              <a:custGeom>
                <a:rect b="b" l="l" r="r" t="t"/>
                <a:pathLst>
                  <a:path extrusionOk="0" fill="none" h="1" w="17235">
                    <a:moveTo>
                      <a:pt x="0" y="1"/>
                    </a:moveTo>
                    <a:lnTo>
                      <a:pt x="17234"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58"/>
              <p:cNvSpPr/>
              <p:nvPr/>
            </p:nvSpPr>
            <p:spPr>
              <a:xfrm>
                <a:off x="2709057" y="1394523"/>
                <a:ext cx="33192" cy="32330"/>
              </a:xfrm>
              <a:custGeom>
                <a:rect b="b" l="l" r="r" t="t"/>
                <a:pathLst>
                  <a:path extrusionOk="0" fill="none" h="1126" w="1156">
                    <a:moveTo>
                      <a:pt x="1156" y="548"/>
                    </a:moveTo>
                    <a:cubicBezTo>
                      <a:pt x="1156" y="882"/>
                      <a:pt x="882" y="1126"/>
                      <a:pt x="578" y="1126"/>
                    </a:cubicBezTo>
                    <a:cubicBezTo>
                      <a:pt x="274" y="1126"/>
                      <a:pt x="1" y="882"/>
                      <a:pt x="1" y="548"/>
                    </a:cubicBezTo>
                    <a:cubicBezTo>
                      <a:pt x="1" y="244"/>
                      <a:pt x="274" y="1"/>
                      <a:pt x="578" y="1"/>
                    </a:cubicBezTo>
                    <a:cubicBezTo>
                      <a:pt x="882" y="1"/>
                      <a:pt x="1156" y="244"/>
                      <a:pt x="1156" y="548"/>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58"/>
              <p:cNvSpPr/>
              <p:nvPr/>
            </p:nvSpPr>
            <p:spPr>
              <a:xfrm>
                <a:off x="2643589" y="1394523"/>
                <a:ext cx="33192" cy="32330"/>
              </a:xfrm>
              <a:custGeom>
                <a:rect b="b" l="l" r="r" t="t"/>
                <a:pathLst>
                  <a:path extrusionOk="0" fill="none" h="1126" w="1156">
                    <a:moveTo>
                      <a:pt x="1156" y="548"/>
                    </a:moveTo>
                    <a:cubicBezTo>
                      <a:pt x="1156" y="882"/>
                      <a:pt x="882" y="1126"/>
                      <a:pt x="578" y="1126"/>
                    </a:cubicBezTo>
                    <a:cubicBezTo>
                      <a:pt x="274" y="1126"/>
                      <a:pt x="1" y="882"/>
                      <a:pt x="1" y="548"/>
                    </a:cubicBezTo>
                    <a:cubicBezTo>
                      <a:pt x="1" y="244"/>
                      <a:pt x="274" y="1"/>
                      <a:pt x="578" y="1"/>
                    </a:cubicBezTo>
                    <a:cubicBezTo>
                      <a:pt x="882" y="1"/>
                      <a:pt x="1156" y="244"/>
                      <a:pt x="1156" y="548"/>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58"/>
              <p:cNvSpPr/>
              <p:nvPr/>
            </p:nvSpPr>
            <p:spPr>
              <a:xfrm>
                <a:off x="2775385" y="1394523"/>
                <a:ext cx="32330" cy="32330"/>
              </a:xfrm>
              <a:custGeom>
                <a:rect b="b" l="l" r="r" t="t"/>
                <a:pathLst>
                  <a:path extrusionOk="0" fill="none" h="1126" w="1126">
                    <a:moveTo>
                      <a:pt x="1125" y="548"/>
                    </a:moveTo>
                    <a:cubicBezTo>
                      <a:pt x="1125" y="882"/>
                      <a:pt x="852" y="1126"/>
                      <a:pt x="548" y="1126"/>
                    </a:cubicBezTo>
                    <a:cubicBezTo>
                      <a:pt x="244" y="1126"/>
                      <a:pt x="1" y="882"/>
                      <a:pt x="1" y="548"/>
                    </a:cubicBezTo>
                    <a:cubicBezTo>
                      <a:pt x="1" y="244"/>
                      <a:pt x="244" y="1"/>
                      <a:pt x="548" y="1"/>
                    </a:cubicBezTo>
                    <a:cubicBezTo>
                      <a:pt x="852" y="1"/>
                      <a:pt x="1125" y="244"/>
                      <a:pt x="1125" y="548"/>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8"/>
              <p:cNvSpPr/>
              <p:nvPr/>
            </p:nvSpPr>
            <p:spPr>
              <a:xfrm>
                <a:off x="793425" y="991325"/>
                <a:ext cx="1799613" cy="3777216"/>
              </a:xfrm>
              <a:custGeom>
                <a:rect b="b" l="l" r="r" t="t"/>
                <a:pathLst>
                  <a:path extrusionOk="0" h="131553" w="62677">
                    <a:moveTo>
                      <a:pt x="8481" y="131552"/>
                    </a:moveTo>
                    <a:cubicBezTo>
                      <a:pt x="3800" y="131552"/>
                      <a:pt x="0" y="127753"/>
                      <a:pt x="0" y="123072"/>
                    </a:cubicBezTo>
                    <a:lnTo>
                      <a:pt x="0" y="8480"/>
                    </a:lnTo>
                    <a:cubicBezTo>
                      <a:pt x="0" y="3800"/>
                      <a:pt x="3800" y="0"/>
                      <a:pt x="8481" y="0"/>
                    </a:cubicBezTo>
                    <a:lnTo>
                      <a:pt x="54196" y="0"/>
                    </a:lnTo>
                    <a:cubicBezTo>
                      <a:pt x="58877" y="0"/>
                      <a:pt x="62676" y="3800"/>
                      <a:pt x="62676" y="8480"/>
                    </a:cubicBezTo>
                    <a:lnTo>
                      <a:pt x="62676" y="123072"/>
                    </a:lnTo>
                    <a:cubicBezTo>
                      <a:pt x="62676" y="127753"/>
                      <a:pt x="58877" y="131552"/>
                      <a:pt x="54196" y="131552"/>
                    </a:cubicBezTo>
                    <a:lnTo>
                      <a:pt x="8481" y="131552"/>
                    </a:lnTo>
                    <a:close/>
                  </a:path>
                </a:pathLst>
              </a:custGeom>
              <a:gradFill>
                <a:gsLst>
                  <a:gs pos="0">
                    <a:schemeClr val="accent4"/>
                  </a:gs>
                  <a:gs pos="100000">
                    <a:schemeClr val="accent3"/>
                  </a:gs>
                </a:gsLst>
                <a:lin ang="1080140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8"/>
              <p:cNvSpPr/>
              <p:nvPr/>
            </p:nvSpPr>
            <p:spPr>
              <a:xfrm>
                <a:off x="1494268" y="4608075"/>
                <a:ext cx="397123" cy="29"/>
              </a:xfrm>
              <a:custGeom>
                <a:rect b="b" l="l" r="r" t="t"/>
                <a:pathLst>
                  <a:path extrusionOk="0" fill="none" h="1" w="13831">
                    <a:moveTo>
                      <a:pt x="0" y="0"/>
                    </a:moveTo>
                    <a:lnTo>
                      <a:pt x="1383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8"/>
              <p:cNvSpPr/>
              <p:nvPr/>
            </p:nvSpPr>
            <p:spPr>
              <a:xfrm>
                <a:off x="1490765" y="4089649"/>
                <a:ext cx="404990" cy="404961"/>
              </a:xfrm>
              <a:custGeom>
                <a:rect b="b" l="l" r="r" t="t"/>
                <a:pathLst>
                  <a:path extrusionOk="0" fill="none" h="14104" w="14105">
                    <a:moveTo>
                      <a:pt x="13466" y="5897"/>
                    </a:moveTo>
                    <a:cubicBezTo>
                      <a:pt x="14104" y="9453"/>
                      <a:pt x="11733" y="12827"/>
                      <a:pt x="8177" y="13466"/>
                    </a:cubicBezTo>
                    <a:cubicBezTo>
                      <a:pt x="4651" y="14104"/>
                      <a:pt x="1277" y="11733"/>
                      <a:pt x="639" y="8207"/>
                    </a:cubicBezTo>
                    <a:cubicBezTo>
                      <a:pt x="0" y="4651"/>
                      <a:pt x="2371" y="1277"/>
                      <a:pt x="5897" y="639"/>
                    </a:cubicBezTo>
                    <a:cubicBezTo>
                      <a:pt x="9454" y="0"/>
                      <a:pt x="12827" y="2371"/>
                      <a:pt x="13466" y="5897"/>
                    </a:cubicBezTo>
                    <a:close/>
                  </a:path>
                </a:pathLst>
              </a:custGeom>
              <a:solidFill>
                <a:schemeClr val="lt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8"/>
              <p:cNvSpPr/>
              <p:nvPr/>
            </p:nvSpPr>
            <p:spPr>
              <a:xfrm>
                <a:off x="916492" y="2757810"/>
                <a:ext cx="1553491" cy="321883"/>
              </a:xfrm>
              <a:custGeom>
                <a:rect b="b" l="l" r="r" t="t"/>
                <a:pathLst>
                  <a:path extrusionOk="0" h="7205" w="37357">
                    <a:moveTo>
                      <a:pt x="1885" y="1"/>
                    </a:moveTo>
                    <a:cubicBezTo>
                      <a:pt x="851" y="1"/>
                      <a:pt x="0" y="882"/>
                      <a:pt x="0" y="1916"/>
                    </a:cubicBezTo>
                    <a:lnTo>
                      <a:pt x="0" y="5320"/>
                    </a:lnTo>
                    <a:cubicBezTo>
                      <a:pt x="0" y="6354"/>
                      <a:pt x="851" y="7205"/>
                      <a:pt x="1885" y="7205"/>
                    </a:cubicBezTo>
                    <a:lnTo>
                      <a:pt x="35442" y="7205"/>
                    </a:lnTo>
                    <a:cubicBezTo>
                      <a:pt x="36506" y="7205"/>
                      <a:pt x="37357" y="6354"/>
                      <a:pt x="37357" y="5320"/>
                    </a:cubicBezTo>
                    <a:lnTo>
                      <a:pt x="37357" y="1916"/>
                    </a:lnTo>
                    <a:cubicBezTo>
                      <a:pt x="37357" y="882"/>
                      <a:pt x="36506" y="1"/>
                      <a:pt x="35442" y="1"/>
                    </a:cubicBezTo>
                    <a:close/>
                  </a:path>
                </a:pathLst>
              </a:custGeom>
              <a:solidFill>
                <a:schemeClr val="dk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8"/>
              <p:cNvSpPr/>
              <p:nvPr/>
            </p:nvSpPr>
            <p:spPr>
              <a:xfrm>
                <a:off x="916492" y="3210651"/>
                <a:ext cx="1553491" cy="321883"/>
              </a:xfrm>
              <a:custGeom>
                <a:rect b="b" l="l" r="r" t="t"/>
                <a:pathLst>
                  <a:path extrusionOk="0" h="7205" w="37357">
                    <a:moveTo>
                      <a:pt x="1885" y="1"/>
                    </a:moveTo>
                    <a:cubicBezTo>
                      <a:pt x="851" y="1"/>
                      <a:pt x="0" y="882"/>
                      <a:pt x="0" y="1916"/>
                    </a:cubicBezTo>
                    <a:lnTo>
                      <a:pt x="0" y="5320"/>
                    </a:lnTo>
                    <a:cubicBezTo>
                      <a:pt x="0" y="6354"/>
                      <a:pt x="851" y="7205"/>
                      <a:pt x="1885" y="7205"/>
                    </a:cubicBezTo>
                    <a:lnTo>
                      <a:pt x="35442" y="7205"/>
                    </a:lnTo>
                    <a:cubicBezTo>
                      <a:pt x="36506" y="7205"/>
                      <a:pt x="37357" y="6354"/>
                      <a:pt x="37357" y="5320"/>
                    </a:cubicBezTo>
                    <a:lnTo>
                      <a:pt x="37357" y="1916"/>
                    </a:lnTo>
                    <a:cubicBezTo>
                      <a:pt x="37357" y="882"/>
                      <a:pt x="36506" y="1"/>
                      <a:pt x="35442" y="1"/>
                    </a:cubicBezTo>
                    <a:close/>
                  </a:path>
                </a:pathLst>
              </a:custGeom>
              <a:solidFill>
                <a:schemeClr val="dk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58"/>
              <p:cNvSpPr/>
              <p:nvPr/>
            </p:nvSpPr>
            <p:spPr>
              <a:xfrm>
                <a:off x="916492" y="3663491"/>
                <a:ext cx="1553491" cy="321883"/>
              </a:xfrm>
              <a:custGeom>
                <a:rect b="b" l="l" r="r" t="t"/>
                <a:pathLst>
                  <a:path extrusionOk="0" h="7205" w="37357">
                    <a:moveTo>
                      <a:pt x="1885" y="1"/>
                    </a:moveTo>
                    <a:cubicBezTo>
                      <a:pt x="851" y="1"/>
                      <a:pt x="0" y="882"/>
                      <a:pt x="0" y="1916"/>
                    </a:cubicBezTo>
                    <a:lnTo>
                      <a:pt x="0" y="5320"/>
                    </a:lnTo>
                    <a:cubicBezTo>
                      <a:pt x="0" y="6354"/>
                      <a:pt x="851" y="7205"/>
                      <a:pt x="1885" y="7205"/>
                    </a:cubicBezTo>
                    <a:lnTo>
                      <a:pt x="35442" y="7205"/>
                    </a:lnTo>
                    <a:cubicBezTo>
                      <a:pt x="36506" y="7205"/>
                      <a:pt x="37357" y="6354"/>
                      <a:pt x="37357" y="5320"/>
                    </a:cubicBezTo>
                    <a:lnTo>
                      <a:pt x="37357" y="1916"/>
                    </a:lnTo>
                    <a:cubicBezTo>
                      <a:pt x="37357" y="882"/>
                      <a:pt x="36506" y="1"/>
                      <a:pt x="35442" y="1"/>
                    </a:cubicBezTo>
                    <a:close/>
                  </a:path>
                </a:pathLst>
              </a:custGeom>
              <a:solidFill>
                <a:schemeClr val="dk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8"/>
              <p:cNvSpPr/>
              <p:nvPr/>
            </p:nvSpPr>
            <p:spPr>
              <a:xfrm>
                <a:off x="1487464" y="4085543"/>
                <a:ext cx="397200" cy="397200"/>
              </a:xfrm>
              <a:prstGeom prst="ellipse">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8"/>
              <p:cNvSpPr/>
              <p:nvPr/>
            </p:nvSpPr>
            <p:spPr>
              <a:xfrm>
                <a:off x="916492" y="4086979"/>
                <a:ext cx="321900" cy="321900"/>
              </a:xfrm>
              <a:prstGeom prst="ellipse">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8"/>
              <p:cNvSpPr/>
              <p:nvPr/>
            </p:nvSpPr>
            <p:spPr>
              <a:xfrm>
                <a:off x="2102868" y="4086979"/>
                <a:ext cx="321900" cy="321900"/>
              </a:xfrm>
              <a:prstGeom prst="ellipse">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8"/>
              <p:cNvSpPr/>
              <p:nvPr/>
            </p:nvSpPr>
            <p:spPr>
              <a:xfrm>
                <a:off x="916492" y="1214488"/>
                <a:ext cx="1584900" cy="1412400"/>
              </a:xfrm>
              <a:prstGeom prst="roundRect">
                <a:avLst>
                  <a:gd fmla="val 9201"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8"/>
              <p:cNvSpPr/>
              <p:nvPr/>
            </p:nvSpPr>
            <p:spPr>
              <a:xfrm>
                <a:off x="1425125" y="1672070"/>
                <a:ext cx="521963" cy="521963"/>
              </a:xfrm>
              <a:custGeom>
                <a:rect b="b" l="l" r="r" t="t"/>
                <a:pathLst>
                  <a:path extrusionOk="0" h="5260" w="5260">
                    <a:moveTo>
                      <a:pt x="1156" y="1"/>
                    </a:moveTo>
                    <a:cubicBezTo>
                      <a:pt x="518" y="1"/>
                      <a:pt x="1" y="517"/>
                      <a:pt x="1" y="1156"/>
                    </a:cubicBezTo>
                    <a:lnTo>
                      <a:pt x="1" y="4104"/>
                    </a:lnTo>
                    <a:cubicBezTo>
                      <a:pt x="1" y="4742"/>
                      <a:pt x="518" y="5259"/>
                      <a:pt x="1156" y="5259"/>
                    </a:cubicBezTo>
                    <a:lnTo>
                      <a:pt x="4104" y="5259"/>
                    </a:lnTo>
                    <a:cubicBezTo>
                      <a:pt x="4743" y="5259"/>
                      <a:pt x="5259" y="4742"/>
                      <a:pt x="5259" y="4104"/>
                    </a:cubicBezTo>
                    <a:lnTo>
                      <a:pt x="5259" y="1156"/>
                    </a:lnTo>
                    <a:cubicBezTo>
                      <a:pt x="5259" y="517"/>
                      <a:pt x="4743" y="1"/>
                      <a:pt x="4104" y="1"/>
                    </a:cubicBezTo>
                    <a:close/>
                  </a:path>
                </a:pathLst>
              </a:custGeom>
              <a:solidFill>
                <a:srgbClr val="F6F6F6"/>
              </a:solidFill>
              <a:ln cap="flat" cmpd="sng" w="6075">
                <a:solidFill>
                  <a:srgbClr val="3D465E"/>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8"/>
              <p:cNvSpPr/>
              <p:nvPr/>
            </p:nvSpPr>
            <p:spPr>
              <a:xfrm>
                <a:off x="1588063" y="1805338"/>
                <a:ext cx="235379" cy="256714"/>
              </a:xfrm>
              <a:custGeom>
                <a:rect b="b" l="l" r="r" t="t"/>
                <a:pathLst>
                  <a:path extrusionOk="0" h="2587" w="2372">
                    <a:moveTo>
                      <a:pt x="70" y="0"/>
                    </a:moveTo>
                    <a:cubicBezTo>
                      <a:pt x="31" y="0"/>
                      <a:pt x="0" y="43"/>
                      <a:pt x="0" y="86"/>
                    </a:cubicBezTo>
                    <a:lnTo>
                      <a:pt x="0" y="2488"/>
                    </a:lnTo>
                    <a:cubicBezTo>
                      <a:pt x="0" y="2537"/>
                      <a:pt x="41" y="2587"/>
                      <a:pt x="89" y="2587"/>
                    </a:cubicBezTo>
                    <a:cubicBezTo>
                      <a:pt x="100" y="2587"/>
                      <a:pt x="111" y="2584"/>
                      <a:pt x="122" y="2579"/>
                    </a:cubicBezTo>
                    <a:lnTo>
                      <a:pt x="2310" y="1363"/>
                    </a:lnTo>
                    <a:cubicBezTo>
                      <a:pt x="2371" y="1332"/>
                      <a:pt x="2371" y="1241"/>
                      <a:pt x="2310" y="1211"/>
                    </a:cubicBezTo>
                    <a:lnTo>
                      <a:pt x="122" y="25"/>
                    </a:lnTo>
                    <a:cubicBezTo>
                      <a:pt x="104" y="8"/>
                      <a:pt x="86" y="0"/>
                      <a:pt x="70" y="0"/>
                    </a:cubicBezTo>
                    <a:close/>
                  </a:path>
                </a:pathLst>
              </a:custGeom>
              <a:solidFill>
                <a:srgbClr val="D36980"/>
              </a:solidFill>
              <a:ln cap="flat" cmpd="sng" w="6075">
                <a:solidFill>
                  <a:srgbClr val="3D465E"/>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9" name="Google Shape;1029;p58"/>
            <p:cNvSpPr/>
            <p:nvPr/>
          </p:nvSpPr>
          <p:spPr>
            <a:xfrm>
              <a:off x="1043716" y="3056476"/>
              <a:ext cx="541531" cy="39"/>
            </a:xfrm>
            <a:custGeom>
              <a:rect b="b" l="l" r="r" t="t"/>
              <a:pathLst>
                <a:path extrusionOk="0" fill="none" h="1" w="13922">
                  <a:moveTo>
                    <a:pt x="0" y="1"/>
                  </a:moveTo>
                  <a:lnTo>
                    <a:pt x="1392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58"/>
            <p:cNvSpPr/>
            <p:nvPr/>
          </p:nvSpPr>
          <p:spPr>
            <a:xfrm>
              <a:off x="1043716" y="3519376"/>
              <a:ext cx="541531" cy="39"/>
            </a:xfrm>
            <a:custGeom>
              <a:rect b="b" l="l" r="r" t="t"/>
              <a:pathLst>
                <a:path extrusionOk="0" fill="none" h="1" w="13922">
                  <a:moveTo>
                    <a:pt x="0" y="1"/>
                  </a:moveTo>
                  <a:lnTo>
                    <a:pt x="1392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8"/>
            <p:cNvSpPr/>
            <p:nvPr/>
          </p:nvSpPr>
          <p:spPr>
            <a:xfrm>
              <a:off x="1043716" y="2593576"/>
              <a:ext cx="541531" cy="39"/>
            </a:xfrm>
            <a:custGeom>
              <a:rect b="b" l="l" r="r" t="t"/>
              <a:pathLst>
                <a:path extrusionOk="0" fill="none" h="1" w="13922">
                  <a:moveTo>
                    <a:pt x="0" y="1"/>
                  </a:moveTo>
                  <a:lnTo>
                    <a:pt x="1392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59"/>
          <p:cNvSpPr txBox="1"/>
          <p:nvPr/>
        </p:nvSpPr>
        <p:spPr>
          <a:xfrm>
            <a:off x="1223325" y="1899850"/>
            <a:ext cx="6042600" cy="1215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700">
                <a:solidFill>
                  <a:schemeClr val="lt1"/>
                </a:solidFill>
                <a:latin typeface="Montserrat"/>
                <a:ea typeface="Montserrat"/>
                <a:cs typeface="Montserrat"/>
                <a:sym typeface="Montserrat"/>
              </a:rPr>
              <a:t>THANKS</a:t>
            </a:r>
            <a:r>
              <a:rPr b="1" lang="en" sz="6700">
                <a:solidFill>
                  <a:schemeClr val="lt1"/>
                </a:solidFill>
                <a:latin typeface="Montserrat"/>
                <a:ea typeface="Montserrat"/>
                <a:cs typeface="Montserrat"/>
                <a:sym typeface="Montserrat"/>
              </a:rPr>
              <a:t>!</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name="World Usability Day by Slidesgo">
  <a:themeElements>
    <a:clrScheme name="Simple Light">
      <a:dk1>
        <a:srgbClr val="FFFFFF"/>
      </a:dk1>
      <a:lt1>
        <a:srgbClr val="263238"/>
      </a:lt1>
      <a:dk2>
        <a:srgbClr val="595959"/>
      </a:dk2>
      <a:lt2>
        <a:srgbClr val="F3F3F3"/>
      </a:lt2>
      <a:accent1>
        <a:srgbClr val="C52878"/>
      </a:accent1>
      <a:accent2>
        <a:srgbClr val="D36980"/>
      </a:accent2>
      <a:accent3>
        <a:srgbClr val="860CD1"/>
      </a:accent3>
      <a:accent4>
        <a:srgbClr val="63A4D5"/>
      </a:accent4>
      <a:accent5>
        <a:srgbClr val="8BE1E5"/>
      </a:accent5>
      <a:accent6>
        <a:srgbClr val="F7ED8B"/>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